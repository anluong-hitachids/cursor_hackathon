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0" r:id="rId1"/>
  </p:sldMasterIdLst>
  <p:notesMasterIdLst>
    <p:notesMasterId r:id="rId4"/>
  </p:notesMasterIdLst>
  <p:sldIdLst>
    <p:sldId id="256" r:id="rId2"/>
    <p:sldId id="257" r:id="rId3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9144000" cy="5143500" type="screen16x9"/>
  <p:notesSz cx="6858000" cy="9144000"/>
  <p:embeddedFontLst>
    <p:embeddedFont>
      <p:font typeface="Helvetica Neue" panose="020B060402020202020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D54AB1-643A-B817-E139-738ED08CF281}" v="1" dt="2026-04-28T02:32:11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halaxmi Panigrahi" userId="S::subhalaxmi.panigrahi@hitachids.com::ec96b32a-1fc1-4c7c-86d9-89cf82d04a62" providerId="AD" clId="Web-{166241C4-356E-D261-8896-C54AEB1C457D}"/>
    <pc:docChg chg="mod">
      <pc:chgData name="Subhalaxmi Panigrahi" userId="S::subhalaxmi.panigrahi@hitachids.com::ec96b32a-1fc1-4c7c-86d9-89cf82d04a62" providerId="AD" clId="Web-{166241C4-356E-D261-8896-C54AEB1C457D}" dt="2026-04-27T17:05:26.494" v="0" actId="33475"/>
      <pc:docMkLst>
        <pc:docMk/>
      </pc:docMkLst>
    </pc:docChg>
  </pc:docChgLst>
  <pc:docChgLst>
    <pc:chgData name="Phuong Huy Nguyen" userId="S::phuong.huynguyen@hitachids.com::4eb1443d-cb90-445c-ab07-f80f19e0edaf" providerId="AD" clId="Web-{00D54AB1-643A-B817-E139-738ED08CF281}"/>
    <pc:docChg chg="modSld">
      <pc:chgData name="Phuong Huy Nguyen" userId="S::phuong.huynguyen@hitachids.com::4eb1443d-cb90-445c-ab07-f80f19e0edaf" providerId="AD" clId="Web-{00D54AB1-643A-B817-E139-738ED08CF281}" dt="2026-04-28T02:32:11.853" v="0" actId="20577"/>
      <pc:docMkLst>
        <pc:docMk/>
      </pc:docMkLst>
      <pc:sldChg chg="modSp">
        <pc:chgData name="Phuong Huy Nguyen" userId="S::phuong.huynguyen@hitachids.com::4eb1443d-cb90-445c-ab07-f80f19e0edaf" providerId="AD" clId="Web-{00D54AB1-643A-B817-E139-738ED08CF281}" dt="2026-04-28T02:32:11.853" v="0" actId="20577"/>
        <pc:sldMkLst>
          <pc:docMk/>
          <pc:sldMk cId="0" sldId="257"/>
        </pc:sldMkLst>
        <pc:spChg chg="mod">
          <ac:chgData name="Phuong Huy Nguyen" userId="S::phuong.huynguyen@hitachids.com::4eb1443d-cb90-445c-ab07-f80f19e0edaf" providerId="AD" clId="Web-{00D54AB1-643A-B817-E139-738ED08CF281}" dt="2026-04-28T02:32:11.853" v="0" actId="20577"/>
          <ac:spMkLst>
            <pc:docMk/>
            <pc:sldMk cId="0" sldId="257"/>
            <ac:spMk id="504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c0994358e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c0994358e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Good morning everyone — really glad to have you all here. Thank you for participating in Cursor’s first Hackathon for R&amp;S!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I'm Jenna, R&amp;S’s dedicated account manager, and joining me today are Ryan Sudhakaran, our Field Engineer and Ryan Aznar, our AI Deployment Manager, who'll be hands-on with you throughout the build sessions,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Today’s focus will be around shipping real work from your backlog that will make it into production by end of day.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We're here to help you do that.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Let's kick things off.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d31bff6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cd31bff61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gi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0] 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84050" y="660875"/>
            <a:ext cx="6977700" cy="187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50"/>
              <a:buNone/>
              <a:defRPr sz="365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84050" y="2572259"/>
            <a:ext cx="6977700" cy="187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50"/>
              <a:buNone/>
              <a:defRPr sz="365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 title="Frame 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4050" y="374904"/>
            <a:ext cx="1166813" cy="285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0*] Title">
  <p:cSld name="TITLE_2">
    <p:bg>
      <p:bgPr>
        <a:solidFill>
          <a:schemeClr val="accen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384050" y="667075"/>
            <a:ext cx="6977700" cy="1872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384050" y="2572259"/>
            <a:ext cx="6977700" cy="187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50"/>
              <a:buNone/>
              <a:defRPr sz="365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3" title="Frame 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4050" y="378793"/>
            <a:ext cx="1166813" cy="28827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a] Section Title">
  <p:cSld name="TITLE_2_1">
    <p:bg>
      <p:bgPr>
        <a:solidFill>
          <a:schemeClr val="accent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4050" y="450150"/>
            <a:ext cx="69681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50"/>
              <a:buFont typeface="Helvetica Neue"/>
              <a:buNone/>
              <a:defRPr sz="36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a*] Section Title">
  <p:cSld name="TITLE_2_1_1">
    <p:bg>
      <p:bgPr>
        <a:solidFill>
          <a:schemeClr val="accen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84050" y="450150"/>
            <a:ext cx="69681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50"/>
              <a:buFont typeface="Helvetica Neue"/>
              <a:buNone/>
              <a:defRPr sz="36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a**] Section Title">
  <p:cSld name="TITLE_2_1_1_3">
    <p:bg>
      <p:bgPr>
        <a:solidFill>
          <a:srgbClr val="F44E0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84050" y="450150"/>
            <a:ext cx="69681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50"/>
              <a:buFont typeface="Helvetica Neue"/>
              <a:buNone/>
              <a:defRPr sz="36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b] Section Title Large">
  <p:cSld name="TITLE_2_1_1_2">
    <p:bg>
      <p:bgPr>
        <a:solidFill>
          <a:schemeClr val="accen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84050" y="450150"/>
            <a:ext cx="69681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50"/>
              <a:buFont typeface="Helvetica Neue"/>
              <a:buNone/>
              <a:defRPr sz="50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b*] Section Title Large">
  <p:cSld name="TITLE_2_1_1_2_1">
    <p:bg>
      <p:bgPr>
        <a:solidFill>
          <a:schemeClr val="accen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384050" y="450150"/>
            <a:ext cx="69681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50"/>
              <a:buFont typeface="Helvetica Neue"/>
              <a:buNone/>
              <a:defRPr sz="50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b**] Section Title Large">
  <p:cSld name="TITLE_2_1_1_2_1_1">
    <p:bg>
      <p:bgPr>
        <a:solidFill>
          <a:srgbClr val="F44E0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384050" y="450150"/>
            <a:ext cx="69681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50"/>
              <a:buFont typeface="Helvetica Neue"/>
              <a:buNone/>
              <a:defRPr sz="50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c] Section Title + Subtitle">
  <p:cSld name="TITLE_2_1_1_1">
    <p:bg>
      <p:bgPr>
        <a:solidFill>
          <a:schemeClr val="accent2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ctrTitle"/>
          </p:nvPr>
        </p:nvSpPr>
        <p:spPr>
          <a:xfrm>
            <a:off x="384050" y="487399"/>
            <a:ext cx="69777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50"/>
              <a:buNone/>
              <a:defRPr sz="365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Helvetica Neue"/>
              <a:buNone/>
              <a:defRPr sz="4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ubTitle" idx="1"/>
          </p:nvPr>
        </p:nvSpPr>
        <p:spPr>
          <a:xfrm>
            <a:off x="384050" y="2572249"/>
            <a:ext cx="6977700" cy="205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50"/>
              <a:buNone/>
              <a:defRPr sz="365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2c*] Section Title + Subtitle">
  <p:cSld name="TITLE_2_1_1_1_1">
    <p:bg>
      <p:bgPr>
        <a:solidFill>
          <a:schemeClr val="accen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ctrTitle"/>
          </p:nvPr>
        </p:nvSpPr>
        <p:spPr>
          <a:xfrm>
            <a:off x="384050" y="487399"/>
            <a:ext cx="69777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ubTitle" idx="1"/>
          </p:nvPr>
        </p:nvSpPr>
        <p:spPr>
          <a:xfrm>
            <a:off x="384050" y="2572256"/>
            <a:ext cx="6977700" cy="205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50"/>
              <a:buNone/>
              <a:defRPr sz="365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1a] Blank">
  <p:cSld name="TITLE_2_1_1_1_1_2">
    <p:bg>
      <p:bgPr>
        <a:solidFill>
          <a:schemeClr val="accent2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1a*] Blank">
  <p:cSld name="TITLE_2_1_1_1_1_2_1">
    <p:bg>
      <p:bgPr>
        <a:solidFill>
          <a:schemeClr val="accen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1b] Blank Grid">
  <p:cSld name="TITLE_2_1_1_1_1_2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1b*] Blank Grid">
  <p:cSld name="TITLE_2_1_1_1_1_2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7a] Loading Animation">
  <p:cSld name="TITLE_2_1_1_1_1_1">
    <p:bg>
      <p:bgPr>
        <a:solidFill>
          <a:schemeClr val="accen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6" title="LOADING_ANIMATION_BW_DARK_centered_12pct_1600x1000.gif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0" y="1142992"/>
            <a:ext cx="4572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7b] End Animation">
  <p:cSld name="TITLE_2_1_1_1_1_1_2">
    <p:bg>
      <p:bgPr>
        <a:solidFill>
          <a:schemeClr val="accen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7" title="END_CARD_STATIC_B_W_DARK_16_9.gif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38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a] Title + Text">
  <p:cSld name="TITLE_2_1_1_1_1_1_1">
    <p:bg>
      <p:bgPr>
        <a:solidFill>
          <a:schemeClr val="accent2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  <a:defRPr sz="18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6935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a*] Title + Text">
  <p:cSld name="TITLE_2_1_1_1_1_1_1_1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6935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c] Title + Text 2-col">
  <p:cSld name="TITLE_2_1_1_1_1_1_1_1_1">
    <p:bg>
      <p:bgPr>
        <a:solidFill>
          <a:schemeClr val="accent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body" idx="1"/>
          </p:nvPr>
        </p:nvSpPr>
        <p:spPr>
          <a:xfrm>
            <a:off x="384050" y="1133850"/>
            <a:ext cx="4133100" cy="326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2"/>
          </p:nvPr>
        </p:nvSpPr>
        <p:spPr>
          <a:xfrm>
            <a:off x="4608576" y="1133856"/>
            <a:ext cx="41331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●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○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■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●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○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■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●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○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Helvetica Neue"/>
              <a:buChar char="■"/>
              <a:defRPr sz="18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c*] Title + Text 2-col">
  <p:cSld name="TITLE_2_1_1_1_1_1_1_1_1_1">
    <p:bg>
      <p:bgPr>
        <a:solidFill>
          <a:schemeClr val="accen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>
            <a:spLocks noGrp="1"/>
          </p:cNvSpPr>
          <p:nvPr>
            <p:ph type="body" idx="1"/>
          </p:nvPr>
        </p:nvSpPr>
        <p:spPr>
          <a:xfrm>
            <a:off x="384050" y="1133850"/>
            <a:ext cx="4133100" cy="326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2"/>
          </p:nvPr>
        </p:nvSpPr>
        <p:spPr>
          <a:xfrm>
            <a:off x="4608575" y="1133850"/>
            <a:ext cx="4133100" cy="365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d] Title + Text Small">
  <p:cSld name="TITLE_2_1_1_1_1_1_1_1_1_1_2">
    <p:bg>
      <p:bgPr>
        <a:solidFill>
          <a:schemeClr val="accent2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  <a:defRPr sz="18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2"/>
          </p:nvPr>
        </p:nvSpPr>
        <p:spPr>
          <a:xfrm>
            <a:off x="384050" y="1131100"/>
            <a:ext cx="6935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d*] Title + Text Small">
  <p:cSld name="TITLE_2_1_1_1_1_1_1_1_1_1_2_1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body" idx="2"/>
          </p:nvPr>
        </p:nvSpPr>
        <p:spPr>
          <a:xfrm>
            <a:off x="384050" y="1131100"/>
            <a:ext cx="6935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e] Title + Text Small 2-col">
  <p:cSld name="TITLE_2_1_1_1_1_1_1_1_1_1_2_1_1">
    <p:bg>
      <p:bgPr>
        <a:solidFill>
          <a:schemeClr val="accent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  <a:defRPr sz="18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2"/>
          </p:nvPr>
        </p:nvSpPr>
        <p:spPr>
          <a:xfrm>
            <a:off x="384050" y="1131100"/>
            <a:ext cx="41331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body" idx="3"/>
          </p:nvPr>
        </p:nvSpPr>
        <p:spPr>
          <a:xfrm>
            <a:off x="4608576" y="1131100"/>
            <a:ext cx="41331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e*] Title + Text Small 2-col">
  <p:cSld name="TITLE_2_1_1_1_1_1_1_1_1_1_2_1_1_1">
    <p:bg>
      <p:bgPr>
        <a:solidFill>
          <a:schemeClr val="accen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>
            <a:spLocks noGrp="1"/>
          </p:cNvSpPr>
          <p:nvPr>
            <p:ph type="body" idx="1"/>
          </p:nvPr>
        </p:nvSpPr>
        <p:spPr>
          <a:xfrm>
            <a:off x="384050" y="1133850"/>
            <a:ext cx="4133100" cy="326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body" idx="2"/>
          </p:nvPr>
        </p:nvSpPr>
        <p:spPr>
          <a:xfrm>
            <a:off x="4608575" y="1133850"/>
            <a:ext cx="4133100" cy="365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None/>
              <a:defRPr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f] Text">
  <p:cSld name="TITLE_2_1_1_1_1_1_1_1_1_1_1">
    <p:bg>
      <p:bgPr>
        <a:solidFill>
          <a:schemeClr val="accent2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>
            <a:spLocks noGrp="1"/>
          </p:cNvSpPr>
          <p:nvPr>
            <p:ph type="body" idx="1"/>
          </p:nvPr>
        </p:nvSpPr>
        <p:spPr>
          <a:xfrm>
            <a:off x="384050" y="384050"/>
            <a:ext cx="69312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body" idx="2"/>
          </p:nvPr>
        </p:nvSpPr>
        <p:spPr>
          <a:xfrm>
            <a:off x="384050" y="4398350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f*] Text">
  <p:cSld name="TITLE_2_1_1_1_1_1_1_1_1_1_1_1">
    <p:bg>
      <p:bgPr>
        <a:solidFill>
          <a:schemeClr val="accen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>
            <a:spLocks noGrp="1"/>
          </p:cNvSpPr>
          <p:nvPr>
            <p:ph type="body" idx="1"/>
          </p:nvPr>
        </p:nvSpPr>
        <p:spPr>
          <a:xfrm>
            <a:off x="384050" y="384050"/>
            <a:ext cx="69312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g] Text Large">
  <p:cSld name="TITLE_2_1_1_1_1_1_1_1_1_1_1_1_1">
    <p:bg>
      <p:bgPr>
        <a:solidFill>
          <a:schemeClr val="accent2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>
            <a:spLocks noGrp="1"/>
          </p:cNvSpPr>
          <p:nvPr>
            <p:ph type="body" idx="1"/>
          </p:nvPr>
        </p:nvSpPr>
        <p:spPr>
          <a:xfrm>
            <a:off x="384050" y="384050"/>
            <a:ext cx="69312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●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○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■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●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○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■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●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○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■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g*] Text Large">
  <p:cSld name="TITLE_2_1_1_1_1_1_1_1_1_1_1_1_1_1">
    <p:bg>
      <p:bgPr>
        <a:solidFill>
          <a:schemeClr val="accen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>
            <a:spLocks noGrp="1"/>
          </p:cNvSpPr>
          <p:nvPr>
            <p:ph type="body" idx="1"/>
          </p:nvPr>
        </p:nvSpPr>
        <p:spPr>
          <a:xfrm>
            <a:off x="384050" y="384050"/>
            <a:ext cx="69312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0" name="Google Shape;140;p29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h] Text Small">
  <p:cSld name="TITLE_2_1_1_1_1_1_1_1_1_1_1_1_1_1_1">
    <p:bg>
      <p:bgPr>
        <a:solidFill>
          <a:schemeClr val="accent2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>
            <a:spLocks noGrp="1"/>
          </p:cNvSpPr>
          <p:nvPr>
            <p:ph type="body" idx="1"/>
          </p:nvPr>
        </p:nvSpPr>
        <p:spPr>
          <a:xfrm>
            <a:off x="384050" y="384050"/>
            <a:ext cx="69312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5" name="Google Shape;145;p30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h*] Text Small">
  <p:cSld name="TITLE_2_1_1_1_1_1_1_1_1_1_1_1_1_1_1_1">
    <p:bg>
      <p:bgPr>
        <a:solidFill>
          <a:schemeClr val="accen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>
            <a:spLocks noGrp="1"/>
          </p:cNvSpPr>
          <p:nvPr>
            <p:ph type="body" idx="1"/>
          </p:nvPr>
        </p:nvSpPr>
        <p:spPr>
          <a:xfrm>
            <a:off x="384050" y="384050"/>
            <a:ext cx="69312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0" name="Google Shape;150;p31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31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6] Big Number">
  <p:cSld name="TITLE_2_1_1_1_1_1_1_1_1_1_1_1_1_1_1_1_1">
    <p:bg>
      <p:bgPr>
        <a:solidFill>
          <a:schemeClr val="accent2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0"/>
              <a:buFont typeface="Helvetica Neue Light"/>
              <a:buNone/>
              <a:defRPr sz="90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5" name="Google Shape;155;p3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6*] Big Number">
  <p:cSld name="TITLE_2_1_1_1_1_1_1_1_1_1_1_1_1_1_1_1_1_1">
    <p:bg>
      <p:bgPr>
        <a:solidFill>
          <a:schemeClr val="accen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Helvetica Neue Light"/>
              <a:buNone/>
              <a:defRPr sz="9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1" name="Google Shape;161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2" name="Google Shape;162;p33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33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33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a] Title + Image">
  <p:cSld name="TITLE_2_1_1_1_1_1_1_1_1_1_1_1_1_1_1_1_1_1_1">
    <p:bg>
      <p:bgPr>
        <a:solidFill>
          <a:schemeClr val="accent2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 txBox="1">
            <a:spLocks noGrp="1"/>
          </p:cNvSpPr>
          <p:nvPr>
            <p:ph type="title"/>
          </p:nvPr>
        </p:nvSpPr>
        <p:spPr>
          <a:xfrm>
            <a:off x="384048" y="384048"/>
            <a:ext cx="6931200" cy="46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4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83577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 txBox="1">
            <a:spLocks noGrp="1"/>
          </p:cNvSpPr>
          <p:nvPr>
            <p:ph type="body" idx="1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a*] Title + Image">
  <p:cSld name="TITLE_2_1_1_1_1_1_1_1_1_1_1_1_1_1_1_1_1_1_1_1">
    <p:bg>
      <p:bgPr>
        <a:solidFill>
          <a:schemeClr val="accen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5"/>
          <p:cNvSpPr txBox="1">
            <a:spLocks noGrp="1"/>
          </p:cNvSpPr>
          <p:nvPr>
            <p:ph type="title"/>
          </p:nvPr>
        </p:nvSpPr>
        <p:spPr>
          <a:xfrm>
            <a:off x="384048" y="384048"/>
            <a:ext cx="6931200" cy="46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35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83577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5"/>
          <p:cNvSpPr txBox="1">
            <a:spLocks noGrp="1"/>
          </p:cNvSpPr>
          <p:nvPr>
            <p:ph type="body" idx="1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b] Title + Image 2-up">
  <p:cSld name="TITLE_2_1_1_1_1_1_1_1_1_1_1_1_1_1_1_1_1_1_1_1_1">
    <p:bg>
      <p:bgPr>
        <a:solidFill>
          <a:schemeClr val="accent2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 txBox="1">
            <a:spLocks noGrp="1"/>
          </p:cNvSpPr>
          <p:nvPr>
            <p:ph type="title"/>
          </p:nvPr>
        </p:nvSpPr>
        <p:spPr>
          <a:xfrm>
            <a:off x="384048" y="384048"/>
            <a:ext cx="6931200" cy="46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6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41331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6"/>
          <p:cNvSpPr>
            <a:spLocks noGrp="1"/>
          </p:cNvSpPr>
          <p:nvPr>
            <p:ph type="pic" idx="3"/>
          </p:nvPr>
        </p:nvSpPr>
        <p:spPr>
          <a:xfrm>
            <a:off x="4608576" y="1133856"/>
            <a:ext cx="41331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6"/>
          <p:cNvSpPr txBox="1">
            <a:spLocks noGrp="1"/>
          </p:cNvSpPr>
          <p:nvPr>
            <p:ph type="body" idx="1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b*] Title + Image 2-up">
  <p:cSld name="TITLE_2_1_1_1_1_1_1_1_1_1_1_1_1_1_1_1_1_1_1_1_1_1">
    <p:bg>
      <p:bgPr>
        <a:solidFill>
          <a:schemeClr val="accen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7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41331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7"/>
          <p:cNvSpPr>
            <a:spLocks noGrp="1"/>
          </p:cNvSpPr>
          <p:nvPr>
            <p:ph type="pic" idx="3"/>
          </p:nvPr>
        </p:nvSpPr>
        <p:spPr>
          <a:xfrm>
            <a:off x="4608576" y="1133856"/>
            <a:ext cx="4133100" cy="36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7"/>
          <p:cNvSpPr txBox="1">
            <a:spLocks noGrp="1"/>
          </p:cNvSpPr>
          <p:nvPr>
            <p:ph type="title"/>
          </p:nvPr>
        </p:nvSpPr>
        <p:spPr>
          <a:xfrm>
            <a:off x="384048" y="384048"/>
            <a:ext cx="6931200" cy="46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37"/>
          <p:cNvSpPr txBox="1">
            <a:spLocks noGrp="1"/>
          </p:cNvSpPr>
          <p:nvPr>
            <p:ph type="body" idx="1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c] Image + Caption">
  <p:cSld name="TITLE_2_1_1_1_1_1_1_1_1_1_1_1_1_1_1_1_1_1_1_1_1_1_1">
    <p:bg>
      <p:bgPr>
        <a:solidFill>
          <a:schemeClr val="accent2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8"/>
          <p:cNvSpPr>
            <a:spLocks noGrp="1"/>
          </p:cNvSpPr>
          <p:nvPr>
            <p:ph type="pic" idx="2"/>
          </p:nvPr>
        </p:nvSpPr>
        <p:spPr>
          <a:xfrm>
            <a:off x="384050" y="384050"/>
            <a:ext cx="8357700" cy="40143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38"/>
          <p:cNvSpPr txBox="1">
            <a:spLocks noGrp="1"/>
          </p:cNvSpPr>
          <p:nvPr>
            <p:ph type="body" idx="1"/>
          </p:nvPr>
        </p:nvSpPr>
        <p:spPr>
          <a:xfrm>
            <a:off x="384050" y="4186777"/>
            <a:ext cx="695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86" name="Google Shape;186;p38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c*] Image + Caption">
  <p:cSld name="TITLE_2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9"/>
          <p:cNvSpPr>
            <a:spLocks noGrp="1"/>
          </p:cNvSpPr>
          <p:nvPr>
            <p:ph type="pic" idx="2"/>
          </p:nvPr>
        </p:nvSpPr>
        <p:spPr>
          <a:xfrm>
            <a:off x="384050" y="384050"/>
            <a:ext cx="8357700" cy="40143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39"/>
          <p:cNvSpPr txBox="1">
            <a:spLocks noGrp="1"/>
          </p:cNvSpPr>
          <p:nvPr>
            <p:ph type="body" idx="1"/>
          </p:nvPr>
        </p:nvSpPr>
        <p:spPr>
          <a:xfrm>
            <a:off x="384050" y="4186777"/>
            <a:ext cx="695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39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d] Image + Caption 2-up">
  <p:cSld name="TITLE_2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0"/>
          <p:cNvSpPr>
            <a:spLocks noGrp="1"/>
          </p:cNvSpPr>
          <p:nvPr>
            <p:ph type="pic" idx="2"/>
          </p:nvPr>
        </p:nvSpPr>
        <p:spPr>
          <a:xfrm>
            <a:off x="384050" y="384050"/>
            <a:ext cx="4133100" cy="40143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40"/>
          <p:cNvSpPr>
            <a:spLocks noGrp="1"/>
          </p:cNvSpPr>
          <p:nvPr>
            <p:ph type="pic" idx="3"/>
          </p:nvPr>
        </p:nvSpPr>
        <p:spPr>
          <a:xfrm>
            <a:off x="4605275" y="384050"/>
            <a:ext cx="4133100" cy="40143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40"/>
          <p:cNvSpPr txBox="1">
            <a:spLocks noGrp="1"/>
          </p:cNvSpPr>
          <p:nvPr>
            <p:ph type="body" idx="1"/>
          </p:nvPr>
        </p:nvSpPr>
        <p:spPr>
          <a:xfrm>
            <a:off x="384050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40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40"/>
          <p:cNvSpPr txBox="1">
            <a:spLocks noGrp="1"/>
          </p:cNvSpPr>
          <p:nvPr>
            <p:ph type="body" idx="4"/>
          </p:nvPr>
        </p:nvSpPr>
        <p:spPr>
          <a:xfrm>
            <a:off x="4605275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4d*] Image + Caption 2-up">
  <p:cSld name="TITLE_2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>
            <a:spLocks noGrp="1"/>
          </p:cNvSpPr>
          <p:nvPr>
            <p:ph type="pic" idx="2"/>
          </p:nvPr>
        </p:nvSpPr>
        <p:spPr>
          <a:xfrm>
            <a:off x="384050" y="384050"/>
            <a:ext cx="4133100" cy="40143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41"/>
          <p:cNvSpPr>
            <a:spLocks noGrp="1"/>
          </p:cNvSpPr>
          <p:nvPr>
            <p:ph type="pic" idx="3"/>
          </p:nvPr>
        </p:nvSpPr>
        <p:spPr>
          <a:xfrm>
            <a:off x="4605275" y="384050"/>
            <a:ext cx="4133100" cy="40143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41"/>
          <p:cNvSpPr txBox="1">
            <a:spLocks noGrp="1"/>
          </p:cNvSpPr>
          <p:nvPr>
            <p:ph type="body" idx="1"/>
          </p:nvPr>
        </p:nvSpPr>
        <p:spPr>
          <a:xfrm>
            <a:off x="384050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1" name="Google Shape;201;p41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41"/>
          <p:cNvSpPr txBox="1">
            <a:spLocks noGrp="1"/>
          </p:cNvSpPr>
          <p:nvPr>
            <p:ph type="body" idx="4"/>
          </p:nvPr>
        </p:nvSpPr>
        <p:spPr>
          <a:xfrm>
            <a:off x="4605275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a] Title + Text + Image 1:1">
  <p:cSld name="TITLE_2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2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  <a:defRPr sz="18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5" name="Google Shape;205;p42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3840600" cy="305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6" name="Google Shape;206;p42"/>
          <p:cNvSpPr txBox="1">
            <a:spLocks noGrp="1"/>
          </p:cNvSpPr>
          <p:nvPr>
            <p:ph type="body" idx="2"/>
          </p:nvPr>
        </p:nvSpPr>
        <p:spPr>
          <a:xfrm>
            <a:off x="384050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42"/>
          <p:cNvSpPr>
            <a:spLocks noGrp="1"/>
          </p:cNvSpPr>
          <p:nvPr>
            <p:ph type="pic" idx="3"/>
          </p:nvPr>
        </p:nvSpPr>
        <p:spPr>
          <a:xfrm>
            <a:off x="4605275" y="1131100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42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a*] Title + Text + Image 1:1">
  <p:cSld name="TITLE_2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3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43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38406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2" name="Google Shape;212;p43"/>
          <p:cNvSpPr>
            <a:spLocks noGrp="1"/>
          </p:cNvSpPr>
          <p:nvPr>
            <p:ph type="pic" idx="2"/>
          </p:nvPr>
        </p:nvSpPr>
        <p:spPr>
          <a:xfrm>
            <a:off x="4605275" y="1131100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43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43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b] Title + Text Small + Image 1:1">
  <p:cSld name="TITLE_2_1_1_1_1_1_1_1_1_1_1_1_1_1_1_1_1_1_1_1_1_1_1_1_1_1_1_1_4">
    <p:bg>
      <p:bgPr>
        <a:solidFill>
          <a:schemeClr val="accent2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4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  <a:defRPr sz="18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7" name="Google Shape;217;p44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3840600" cy="305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8" name="Google Shape;218;p44"/>
          <p:cNvSpPr txBox="1">
            <a:spLocks noGrp="1"/>
          </p:cNvSpPr>
          <p:nvPr>
            <p:ph type="body" idx="2"/>
          </p:nvPr>
        </p:nvSpPr>
        <p:spPr>
          <a:xfrm>
            <a:off x="384050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9" name="Google Shape;219;p44"/>
          <p:cNvSpPr>
            <a:spLocks noGrp="1"/>
          </p:cNvSpPr>
          <p:nvPr>
            <p:ph type="pic" idx="3"/>
          </p:nvPr>
        </p:nvSpPr>
        <p:spPr>
          <a:xfrm>
            <a:off x="4605275" y="1131100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44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b*] Title + Text Small + Image 1:1">
  <p:cSld name="TITLE_2_1_1_1_1_1_1_1_1_1_1_1_1_1_1_1_1_1_1_1_1_1_1_1_1_1_1_1_4_1">
    <p:bg>
      <p:bgPr>
        <a:solidFill>
          <a:schemeClr val="accen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5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45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38406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24" name="Google Shape;224;p45"/>
          <p:cNvSpPr>
            <a:spLocks noGrp="1"/>
          </p:cNvSpPr>
          <p:nvPr>
            <p:ph type="pic" idx="2"/>
          </p:nvPr>
        </p:nvSpPr>
        <p:spPr>
          <a:xfrm>
            <a:off x="4605275" y="1131100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45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45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c] Title + Image + Text">
  <p:cSld name="TITLE_2_1_1_1_1_1_1_1_1_1_1_1_1_1_1_1_1_1_1_1_1_1_1_1_1_1_1_1_3">
    <p:bg>
      <p:bgPr>
        <a:solidFill>
          <a:schemeClr val="accent2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6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9" name="Google Shape;229;p46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46"/>
          <p:cNvSpPr txBox="1">
            <a:spLocks noGrp="1"/>
          </p:cNvSpPr>
          <p:nvPr>
            <p:ph type="body" idx="1"/>
          </p:nvPr>
        </p:nvSpPr>
        <p:spPr>
          <a:xfrm>
            <a:off x="4901184" y="1133849"/>
            <a:ext cx="38406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○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■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○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■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○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■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1" name="Google Shape;231;p46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46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c*] Title + Image + Text">
  <p:cSld name="TITLE_2_1_1_1_1_1_1_1_1_1_1_1_1_1_1_1_1_1_1_1_1_1_1_1_1_1_1_1_3_1">
    <p:bg>
      <p:bgPr>
        <a:solidFill>
          <a:schemeClr val="accent1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7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47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47"/>
          <p:cNvSpPr txBox="1">
            <a:spLocks noGrp="1"/>
          </p:cNvSpPr>
          <p:nvPr>
            <p:ph type="body" idx="1"/>
          </p:nvPr>
        </p:nvSpPr>
        <p:spPr>
          <a:xfrm>
            <a:off x="4901125" y="1133849"/>
            <a:ext cx="38406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7" name="Google Shape;237;p47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47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d] Title + Image + Text Small">
  <p:cSld name="TITLE_2_1_1_1_1_1_1_1_1_1_1_1_1_1_1_1_1_1_1_1_1_1_1_1_1_1_1_1_3_1_1">
    <p:bg>
      <p:bgPr>
        <a:solidFill>
          <a:schemeClr val="accent2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1" name="Google Shape;241;p48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48"/>
          <p:cNvSpPr txBox="1">
            <a:spLocks noGrp="1"/>
          </p:cNvSpPr>
          <p:nvPr>
            <p:ph type="body" idx="1"/>
          </p:nvPr>
        </p:nvSpPr>
        <p:spPr>
          <a:xfrm>
            <a:off x="4901184" y="1133849"/>
            <a:ext cx="38406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43" name="Google Shape;243;p48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48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d*] Title + Image + Text Small">
  <p:cSld name="TITLE_2_1_1_1_1_1_1_1_1_1_1_1_1_1_1_1_1_1_1_1_1_1_1_1_1_1_1_1_3_1_1_1">
    <p:bg>
      <p:bgPr>
        <a:solidFill>
          <a:schemeClr val="accen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49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41331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49"/>
          <p:cNvSpPr txBox="1">
            <a:spLocks noGrp="1"/>
          </p:cNvSpPr>
          <p:nvPr>
            <p:ph type="body" idx="1"/>
          </p:nvPr>
        </p:nvSpPr>
        <p:spPr>
          <a:xfrm>
            <a:off x="4901125" y="1133849"/>
            <a:ext cx="38406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49" name="Google Shape;249;p49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49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e] Title + Text + Image 1:2">
  <p:cSld name="TITLE_2_1_1_1_1_1_1_1_1_1_1_1_1_1_1_1_1_1_1_1_1_1_1_1_1_1_1_1_2">
    <p:bg>
      <p:bgPr>
        <a:solidFill>
          <a:schemeClr val="accent2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0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3" name="Google Shape;253;p50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2441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54" name="Google Shape;254;p50"/>
          <p:cNvSpPr>
            <a:spLocks noGrp="1"/>
          </p:cNvSpPr>
          <p:nvPr>
            <p:ph type="pic" idx="2"/>
          </p:nvPr>
        </p:nvSpPr>
        <p:spPr>
          <a:xfrm>
            <a:off x="3210000" y="1131100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50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6" name="Google Shape;256;p50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e*] Title + Text + Image 1:2">
  <p:cSld name="TITLE_2_1_1_1_1_1_1_1_1_1_1_1_1_1_1_1_1_1_1_1_1_1_1_1_1_1_1_1_2_1">
    <p:bg>
      <p:bgPr>
        <a:solidFill>
          <a:schemeClr val="accent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1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51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2441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0" name="Google Shape;260;p51"/>
          <p:cNvSpPr>
            <a:spLocks noGrp="1"/>
          </p:cNvSpPr>
          <p:nvPr>
            <p:ph type="pic" idx="2"/>
          </p:nvPr>
        </p:nvSpPr>
        <p:spPr>
          <a:xfrm>
            <a:off x="3210000" y="1131100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51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51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f] Title + Text Small + Image 1:2">
  <p:cSld name="TITLE_2_1_1_1_1_1_1_1_1_1_1_1_1_1_1_1_1_1_1_1_1_1_1_1_1_1_1_1_2_1_2">
    <p:bg>
      <p:bgPr>
        <a:solidFill>
          <a:schemeClr val="accent2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2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5" name="Google Shape;265;p52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2441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6" name="Google Shape;266;p52"/>
          <p:cNvSpPr>
            <a:spLocks noGrp="1"/>
          </p:cNvSpPr>
          <p:nvPr>
            <p:ph type="pic" idx="2"/>
          </p:nvPr>
        </p:nvSpPr>
        <p:spPr>
          <a:xfrm>
            <a:off x="3210000" y="1131100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52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8" name="Google Shape;268;p52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f*] Title + Text Small + Image 1:2">
  <p:cSld name="TITLE_2_1_1_1_1_1_1_1_1_1_1_1_1_1_1_1_1_1_1_1_1_1_1_1_1_1_1_1_2_1_2_1">
    <p:bg>
      <p:bgPr>
        <a:solidFill>
          <a:schemeClr val="accent1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3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1" name="Google Shape;271;p53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2441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2" name="Google Shape;272;p53"/>
          <p:cNvSpPr>
            <a:spLocks noGrp="1"/>
          </p:cNvSpPr>
          <p:nvPr>
            <p:ph type="pic" idx="2"/>
          </p:nvPr>
        </p:nvSpPr>
        <p:spPr>
          <a:xfrm>
            <a:off x="3210000" y="1131100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53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53"/>
          <p:cNvSpPr txBox="1">
            <a:spLocks noGrp="1"/>
          </p:cNvSpPr>
          <p:nvPr>
            <p:ph type="body" idx="4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g] Title + Image + Text 2:1">
  <p:cSld name="TITLE_2_1_1_1_1_1_1_1_1_1_1_1_1_1_1_1_1_1_1_1_1_1_1_1_1_1_1_1_2_1_1">
    <p:bg>
      <p:bgPr>
        <a:solidFill>
          <a:schemeClr val="accent2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4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7" name="Google Shape;277;p54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54"/>
          <p:cNvSpPr txBox="1">
            <a:spLocks noGrp="1"/>
          </p:cNvSpPr>
          <p:nvPr>
            <p:ph type="body" idx="1"/>
          </p:nvPr>
        </p:nvSpPr>
        <p:spPr>
          <a:xfrm>
            <a:off x="6297000" y="1133849"/>
            <a:ext cx="24414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9" name="Google Shape;279;p54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54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g*] Title + Image + Text 2:1">
  <p:cSld name="TITLE_2_1_1_1_1_1_1_1_1_1_1_1_1_1_1_1_1_1_1_1_1_1_1_1_1_1_1_1_2_1_1_1">
    <p:bg>
      <p:bgPr>
        <a:solidFill>
          <a:schemeClr val="accent1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5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55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55"/>
          <p:cNvSpPr txBox="1">
            <a:spLocks noGrp="1"/>
          </p:cNvSpPr>
          <p:nvPr>
            <p:ph type="body" idx="1"/>
          </p:nvPr>
        </p:nvSpPr>
        <p:spPr>
          <a:xfrm>
            <a:off x="6297000" y="1133849"/>
            <a:ext cx="24414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5" name="Google Shape;285;p55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55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h] Title + Image + Text Small 2:1">
  <p:cSld name="TITLE_2_1_1_1_1_1_1_1_1_1_1_1_1_1_1_1_1_1_1_1_1_1_1_1_1_1_1_1_2_1_1_1_1">
    <p:bg>
      <p:bgPr>
        <a:solidFill>
          <a:schemeClr val="accent2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6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None/>
              <a:defRPr sz="18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9" name="Google Shape;289;p56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56"/>
          <p:cNvSpPr txBox="1">
            <a:spLocks noGrp="1"/>
          </p:cNvSpPr>
          <p:nvPr>
            <p:ph type="body" idx="1"/>
          </p:nvPr>
        </p:nvSpPr>
        <p:spPr>
          <a:xfrm>
            <a:off x="6297000" y="1133849"/>
            <a:ext cx="24414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1" name="Google Shape;291;p56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56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0h*] Title + Image + Text Small 2:1">
  <p:cSld name="TITLE_2_1_1_1_1_1_1_1_1_1_1_1_1_1_1_1_1_1_1_1_1_1_1_1_1_1_1_1_2_1_1_1_1_1">
    <p:bg>
      <p:bgPr>
        <a:solidFill>
          <a:schemeClr val="accent1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7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12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57"/>
          <p:cNvSpPr>
            <a:spLocks noGrp="1"/>
          </p:cNvSpPr>
          <p:nvPr>
            <p:ph type="pic" idx="2"/>
          </p:nvPr>
        </p:nvSpPr>
        <p:spPr>
          <a:xfrm>
            <a:off x="384050" y="1133856"/>
            <a:ext cx="5528400" cy="362370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57"/>
          <p:cNvSpPr txBox="1">
            <a:spLocks noGrp="1"/>
          </p:cNvSpPr>
          <p:nvPr>
            <p:ph type="body" idx="1"/>
          </p:nvPr>
        </p:nvSpPr>
        <p:spPr>
          <a:xfrm>
            <a:off x="6297000" y="1133849"/>
            <a:ext cx="2441400" cy="36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7" name="Google Shape;297;p57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57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a] Text + Image">
  <p:cSld name="TITLE_2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8"/>
          <p:cNvSpPr txBox="1">
            <a:spLocks noGrp="1"/>
          </p:cNvSpPr>
          <p:nvPr>
            <p:ph type="body" idx="1"/>
          </p:nvPr>
        </p:nvSpPr>
        <p:spPr>
          <a:xfrm>
            <a:off x="384050" y="384100"/>
            <a:ext cx="3840600" cy="38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01" name="Google Shape;301;p58"/>
          <p:cNvSpPr>
            <a:spLocks noGrp="1"/>
          </p:cNvSpPr>
          <p:nvPr>
            <p:ph type="pic" idx="2"/>
          </p:nvPr>
        </p:nvSpPr>
        <p:spPr>
          <a:xfrm>
            <a:off x="4605275" y="384050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58"/>
          <p:cNvSpPr txBox="1">
            <a:spLocks noGrp="1"/>
          </p:cNvSpPr>
          <p:nvPr>
            <p:ph type="body" idx="3"/>
          </p:nvPr>
        </p:nvSpPr>
        <p:spPr>
          <a:xfrm>
            <a:off x="384050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a*] Text + Image">
  <p:cSld name="TITLE_2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9"/>
          <p:cNvSpPr txBox="1">
            <a:spLocks noGrp="1"/>
          </p:cNvSpPr>
          <p:nvPr>
            <p:ph type="body" idx="1"/>
          </p:nvPr>
        </p:nvSpPr>
        <p:spPr>
          <a:xfrm>
            <a:off x="384050" y="384100"/>
            <a:ext cx="38406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05" name="Google Shape;305;p59"/>
          <p:cNvSpPr>
            <a:spLocks noGrp="1"/>
          </p:cNvSpPr>
          <p:nvPr>
            <p:ph type="pic" idx="2"/>
          </p:nvPr>
        </p:nvSpPr>
        <p:spPr>
          <a:xfrm>
            <a:off x="4605275" y="384050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59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b] Text + Image Small">
  <p:cSld name="TITLE_2_1_1_1_1_1_1_1_1_1_1_1_1_1_1_1_1_1_1_1_1_1_1_1_1_1_1_1_1_1_4">
    <p:bg>
      <p:bgPr>
        <a:solidFill>
          <a:schemeClr val="accent2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0"/>
          <p:cNvSpPr>
            <a:spLocks noGrp="1"/>
          </p:cNvSpPr>
          <p:nvPr>
            <p:ph type="pic" idx="2"/>
          </p:nvPr>
        </p:nvSpPr>
        <p:spPr>
          <a:xfrm>
            <a:off x="4605275" y="384050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60"/>
          <p:cNvSpPr txBox="1">
            <a:spLocks noGrp="1"/>
          </p:cNvSpPr>
          <p:nvPr>
            <p:ph type="body" idx="1"/>
          </p:nvPr>
        </p:nvSpPr>
        <p:spPr>
          <a:xfrm>
            <a:off x="384050" y="384100"/>
            <a:ext cx="3840600" cy="380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●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○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50"/>
              <a:buFont typeface="Helvetica Neue"/>
              <a:buChar char="■"/>
              <a:defRPr sz="1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10" name="Google Shape;310;p60"/>
          <p:cNvSpPr txBox="1">
            <a:spLocks noGrp="1"/>
          </p:cNvSpPr>
          <p:nvPr>
            <p:ph type="body" idx="3"/>
          </p:nvPr>
        </p:nvSpPr>
        <p:spPr>
          <a:xfrm>
            <a:off x="384050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b*] Text + Image Small">
  <p:cSld name="TITLE_2_1_1_1_1_1_1_1_1_1_1_1_1_1_1_1_1_1_1_1_1_1_1_1_1_1_1_1_1_1_4_1">
    <p:bg>
      <p:bgPr>
        <a:solidFill>
          <a:schemeClr val="accent1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1"/>
          <p:cNvSpPr txBox="1">
            <a:spLocks noGrp="1"/>
          </p:cNvSpPr>
          <p:nvPr>
            <p:ph type="body" idx="1"/>
          </p:nvPr>
        </p:nvSpPr>
        <p:spPr>
          <a:xfrm>
            <a:off x="384050" y="384100"/>
            <a:ext cx="38406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13" name="Google Shape;313;p61"/>
          <p:cNvSpPr>
            <a:spLocks noGrp="1"/>
          </p:cNvSpPr>
          <p:nvPr>
            <p:ph type="pic" idx="2"/>
          </p:nvPr>
        </p:nvSpPr>
        <p:spPr>
          <a:xfrm>
            <a:off x="4605275" y="384050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61"/>
          <p:cNvSpPr txBox="1">
            <a:spLocks noGrp="1"/>
          </p:cNvSpPr>
          <p:nvPr>
            <p:ph type="body" idx="3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c] Image + Text">
  <p:cSld name="TITLE_2_1_1_1_1_1_1_1_1_1_1_1_1_1_1_1_1_1_1_1_1_1_1_1_1_1_1_1_1_1_3">
    <p:bg>
      <p:bgPr>
        <a:solidFill>
          <a:schemeClr val="accent2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2"/>
          <p:cNvSpPr>
            <a:spLocks noGrp="1"/>
          </p:cNvSpPr>
          <p:nvPr>
            <p:ph type="pic" idx="2"/>
          </p:nvPr>
        </p:nvSpPr>
        <p:spPr>
          <a:xfrm>
            <a:off x="384050" y="384056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62"/>
          <p:cNvSpPr txBox="1">
            <a:spLocks noGrp="1"/>
          </p:cNvSpPr>
          <p:nvPr>
            <p:ph type="body" idx="1"/>
          </p:nvPr>
        </p:nvSpPr>
        <p:spPr>
          <a:xfrm>
            <a:off x="4901184" y="384048"/>
            <a:ext cx="38406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○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■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○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■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○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■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18" name="Google Shape;318;p62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c*] Image + Text">
  <p:cSld name="TITLE_2_1_1_1_1_1_1_1_1_1_1_1_1_1_1_1_1_1_1_1_1_1_1_1_1_1_1_1_1_1_3_1">
    <p:bg>
      <p:bgPr>
        <a:solidFill>
          <a:schemeClr val="accent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3"/>
          <p:cNvSpPr>
            <a:spLocks noGrp="1"/>
          </p:cNvSpPr>
          <p:nvPr>
            <p:ph type="pic" idx="2"/>
          </p:nvPr>
        </p:nvSpPr>
        <p:spPr>
          <a:xfrm>
            <a:off x="384050" y="384056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63"/>
          <p:cNvSpPr txBox="1">
            <a:spLocks noGrp="1"/>
          </p:cNvSpPr>
          <p:nvPr>
            <p:ph type="body" idx="1"/>
          </p:nvPr>
        </p:nvSpPr>
        <p:spPr>
          <a:xfrm>
            <a:off x="4901184" y="384048"/>
            <a:ext cx="38406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■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2" name="Google Shape;322;p63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d] Image + Text Small">
  <p:cSld name="TITLE_2_1_1_1_1_1_1_1_1_1_1_1_1_1_1_1_1_1_1_1_1_1_1_1_1_1_1_1_1_1_3_1_1">
    <p:bg>
      <p:bgPr>
        <a:solidFill>
          <a:schemeClr val="accent2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4"/>
          <p:cNvSpPr>
            <a:spLocks noGrp="1"/>
          </p:cNvSpPr>
          <p:nvPr>
            <p:ph type="pic" idx="2"/>
          </p:nvPr>
        </p:nvSpPr>
        <p:spPr>
          <a:xfrm>
            <a:off x="384050" y="384056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64"/>
          <p:cNvSpPr txBox="1">
            <a:spLocks noGrp="1"/>
          </p:cNvSpPr>
          <p:nvPr>
            <p:ph type="body" idx="1"/>
          </p:nvPr>
        </p:nvSpPr>
        <p:spPr>
          <a:xfrm>
            <a:off x="4901184" y="384048"/>
            <a:ext cx="38406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6" name="Google Shape;326;p64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d*] Image + Text Small">
  <p:cSld name="TITLE_2_1_1_1_1_1_1_1_1_1_1_1_1_1_1_1_1_1_1_1_1_1_1_1_1_1_1_1_1_1_3_1_1_1">
    <p:bg>
      <p:bgPr>
        <a:solidFill>
          <a:schemeClr val="accent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5"/>
          <p:cNvSpPr>
            <a:spLocks noGrp="1"/>
          </p:cNvSpPr>
          <p:nvPr>
            <p:ph type="pic" idx="2"/>
          </p:nvPr>
        </p:nvSpPr>
        <p:spPr>
          <a:xfrm>
            <a:off x="384050" y="384056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65"/>
          <p:cNvSpPr txBox="1">
            <a:spLocks noGrp="1"/>
          </p:cNvSpPr>
          <p:nvPr>
            <p:ph type="body" idx="1"/>
          </p:nvPr>
        </p:nvSpPr>
        <p:spPr>
          <a:xfrm>
            <a:off x="4901184" y="384048"/>
            <a:ext cx="38406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0" name="Google Shape;330;p65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e] Text + Image 1:2">
  <p:cSld name="TITLE_2_1_1_1_1_1_1_1_1_1_1_1_1_1_1_1_1_1_1_1_1_1_1_1_1_1_1_1_1_1_2">
    <p:bg>
      <p:bgPr>
        <a:solidFill>
          <a:schemeClr val="accent2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6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66"/>
          <p:cNvSpPr txBox="1">
            <a:spLocks noGrp="1"/>
          </p:cNvSpPr>
          <p:nvPr>
            <p:ph type="body" idx="2"/>
          </p:nvPr>
        </p:nvSpPr>
        <p:spPr>
          <a:xfrm>
            <a:off x="384050" y="384050"/>
            <a:ext cx="24414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4" name="Google Shape;334;p66"/>
          <p:cNvSpPr>
            <a:spLocks noGrp="1"/>
          </p:cNvSpPr>
          <p:nvPr>
            <p:ph type="pic" idx="3"/>
          </p:nvPr>
        </p:nvSpPr>
        <p:spPr>
          <a:xfrm>
            <a:off x="3210000" y="384050"/>
            <a:ext cx="5528400" cy="437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e*] Text + Image 1:2">
  <p:cSld name="TITLE_2_1_1_1_1_1_1_1_1_1_1_1_1_1_1_1_1_1_1_1_1_1_1_1_1_1_1_1_1_1_2_1">
    <p:bg>
      <p:bgPr>
        <a:solidFill>
          <a:schemeClr val="accen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7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67"/>
          <p:cNvSpPr txBox="1">
            <a:spLocks noGrp="1"/>
          </p:cNvSpPr>
          <p:nvPr>
            <p:ph type="body" idx="2"/>
          </p:nvPr>
        </p:nvSpPr>
        <p:spPr>
          <a:xfrm>
            <a:off x="384050" y="384050"/>
            <a:ext cx="24414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8" name="Google Shape;338;p67"/>
          <p:cNvSpPr>
            <a:spLocks noGrp="1"/>
          </p:cNvSpPr>
          <p:nvPr>
            <p:ph type="pic" idx="3"/>
          </p:nvPr>
        </p:nvSpPr>
        <p:spPr>
          <a:xfrm>
            <a:off x="3210000" y="384050"/>
            <a:ext cx="5528400" cy="437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f] Text Small + Image 1:2">
  <p:cSld name="TITLE_2_1_1_1_1_1_1_1_1_1_1_1_1_1_1_1_1_1_1_1_1_1_1_1_1_1_1_1_1_1_2_1_2">
    <p:bg>
      <p:bgPr>
        <a:solidFill>
          <a:schemeClr val="accent2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8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41" name="Google Shape;341;p68"/>
          <p:cNvSpPr txBox="1">
            <a:spLocks noGrp="1"/>
          </p:cNvSpPr>
          <p:nvPr>
            <p:ph type="body" idx="2"/>
          </p:nvPr>
        </p:nvSpPr>
        <p:spPr>
          <a:xfrm>
            <a:off x="384050" y="384050"/>
            <a:ext cx="24414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2" name="Google Shape;342;p68"/>
          <p:cNvSpPr>
            <a:spLocks noGrp="1"/>
          </p:cNvSpPr>
          <p:nvPr>
            <p:ph type="pic" idx="3"/>
          </p:nvPr>
        </p:nvSpPr>
        <p:spPr>
          <a:xfrm>
            <a:off x="3210000" y="384050"/>
            <a:ext cx="5528400" cy="437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f*] Text Small + Image 1:2">
  <p:cSld name="TITLE_2_1_1_1_1_1_1_1_1_1_1_1_1_1_1_1_1_1_1_1_1_1_1_1_1_1_1_1_1_1_2_1_2_1">
    <p:bg>
      <p:bgPr>
        <a:solidFill>
          <a:schemeClr val="accent1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9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5" name="Google Shape;345;p69"/>
          <p:cNvSpPr txBox="1">
            <a:spLocks noGrp="1"/>
          </p:cNvSpPr>
          <p:nvPr>
            <p:ph type="body" idx="2"/>
          </p:nvPr>
        </p:nvSpPr>
        <p:spPr>
          <a:xfrm>
            <a:off x="384050" y="384050"/>
            <a:ext cx="2441400" cy="40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6" name="Google Shape;346;p69"/>
          <p:cNvSpPr>
            <a:spLocks noGrp="1"/>
          </p:cNvSpPr>
          <p:nvPr>
            <p:ph type="pic" idx="3"/>
          </p:nvPr>
        </p:nvSpPr>
        <p:spPr>
          <a:xfrm>
            <a:off x="3210000" y="384050"/>
            <a:ext cx="5528400" cy="437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g] Image + Text 2:1">
  <p:cSld name="TITLE_2_1_1_1_1_1_1_1_1_1_1_1_1_1_1_1_1_1_1_1_1_1_1_1_1_1_1_1_1_1_2_1_1">
    <p:bg>
      <p:bgPr>
        <a:solidFill>
          <a:schemeClr val="accent2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0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55284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70"/>
          <p:cNvSpPr txBox="1">
            <a:spLocks noGrp="1"/>
          </p:cNvSpPr>
          <p:nvPr>
            <p:ph type="body" idx="1"/>
          </p:nvPr>
        </p:nvSpPr>
        <p:spPr>
          <a:xfrm>
            <a:off x="6297000" y="384048"/>
            <a:ext cx="24414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●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○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>
              <a:spcBef>
                <a:spcPts val="0"/>
              </a:spcBef>
              <a:spcAft>
                <a:spcPts val="0"/>
              </a:spcAft>
              <a:buSzPts val="1550"/>
              <a:buFont typeface="Helvetica Neue"/>
              <a:buChar char="■"/>
              <a:defRPr sz="1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0" name="Google Shape;350;p70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g*] Image + Text 2:1">
  <p:cSld name="TITLE_2_1_1_1_1_1_1_1_1_1_1_1_1_1_1_1_1_1_1_1_1_1_1_1_1_1_1_1_1_1_2_1_1_1">
    <p:bg>
      <p:bgPr>
        <a:solidFill>
          <a:schemeClr val="accent1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71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55284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71"/>
          <p:cNvSpPr txBox="1">
            <a:spLocks noGrp="1"/>
          </p:cNvSpPr>
          <p:nvPr>
            <p:ph type="body" idx="1"/>
          </p:nvPr>
        </p:nvSpPr>
        <p:spPr>
          <a:xfrm>
            <a:off x="6297000" y="384048"/>
            <a:ext cx="24414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●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○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270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elvetica Neue"/>
              <a:buChar char="■"/>
              <a:defRPr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4" name="Google Shape;354;p71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h] Image + Text Small 2:1">
  <p:cSld name="TITLE_2_1_1_1_1_1_1_1_1_1_1_1_1_1_1_1_1_1_1_1_1_1_1_1_1_1_1_1_1_1_2_1_1_1_1">
    <p:bg>
      <p:bgPr>
        <a:solidFill>
          <a:schemeClr val="accent2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2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55284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72"/>
          <p:cNvSpPr txBox="1">
            <a:spLocks noGrp="1"/>
          </p:cNvSpPr>
          <p:nvPr>
            <p:ph type="body" idx="1"/>
          </p:nvPr>
        </p:nvSpPr>
        <p:spPr>
          <a:xfrm>
            <a:off x="6297000" y="384048"/>
            <a:ext cx="24414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●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○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SzPts val="1250"/>
              <a:buFont typeface="Helvetica Neue"/>
              <a:buChar char="■"/>
              <a:defRPr sz="12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8" name="Google Shape;358;p72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11h*] Image + Text Small 2:1">
  <p:cSld name="TITLE_2_1_1_1_1_1_1_1_1_1_1_1_1_1_1_1_1_1_1_1_1_1_1_1_1_1_1_1_1_1_2_1_1_1_1_1">
    <p:bg>
      <p:bgPr>
        <a:solidFill>
          <a:schemeClr val="accent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3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55284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73"/>
          <p:cNvSpPr txBox="1">
            <a:spLocks noGrp="1"/>
          </p:cNvSpPr>
          <p:nvPr>
            <p:ph type="body" idx="1"/>
          </p:nvPr>
        </p:nvSpPr>
        <p:spPr>
          <a:xfrm>
            <a:off x="6297000" y="384048"/>
            <a:ext cx="2441400" cy="437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●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○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0797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Helvetica Neue"/>
              <a:buChar char="■"/>
              <a:defRPr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62" name="Google Shape;362;p73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5a] Image full">
  <p:cSld name="TITLE_2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74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5b] Image 2×1">
  <p:cSld name="TITLE_2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5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75"/>
          <p:cNvSpPr>
            <a:spLocks noGrp="1"/>
          </p:cNvSpPr>
          <p:nvPr>
            <p:ph type="pic" idx="3"/>
          </p:nvPr>
        </p:nvSpPr>
        <p:spPr>
          <a:xfrm>
            <a:off x="4626864" y="384048"/>
            <a:ext cx="4133100" cy="437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5b*] Image 2×1">
  <p:cSld name="TITLE_2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6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4133100" cy="43707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76"/>
          <p:cNvSpPr>
            <a:spLocks noGrp="1"/>
          </p:cNvSpPr>
          <p:nvPr>
            <p:ph type="pic" idx="3"/>
          </p:nvPr>
        </p:nvSpPr>
        <p:spPr>
          <a:xfrm>
            <a:off x="4626864" y="384048"/>
            <a:ext cx="4133100" cy="437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5c] Image 3×2">
  <p:cSld name="TITLE_2_1_1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7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77"/>
          <p:cNvSpPr>
            <a:spLocks noGrp="1"/>
          </p:cNvSpPr>
          <p:nvPr>
            <p:ph type="pic" idx="3"/>
          </p:nvPr>
        </p:nvSpPr>
        <p:spPr>
          <a:xfrm>
            <a:off x="3210000" y="384048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77"/>
          <p:cNvSpPr>
            <a:spLocks noGrp="1"/>
          </p:cNvSpPr>
          <p:nvPr>
            <p:ph type="pic" idx="4"/>
          </p:nvPr>
        </p:nvSpPr>
        <p:spPr>
          <a:xfrm>
            <a:off x="6035950" y="384048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77"/>
          <p:cNvSpPr>
            <a:spLocks noGrp="1"/>
          </p:cNvSpPr>
          <p:nvPr>
            <p:ph type="pic" idx="5"/>
          </p:nvPr>
        </p:nvSpPr>
        <p:spPr>
          <a:xfrm>
            <a:off x="384050" y="2615184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76" name="Google Shape;376;p77"/>
          <p:cNvSpPr>
            <a:spLocks noGrp="1"/>
          </p:cNvSpPr>
          <p:nvPr>
            <p:ph type="pic" idx="6"/>
          </p:nvPr>
        </p:nvSpPr>
        <p:spPr>
          <a:xfrm>
            <a:off x="3210000" y="2615184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77"/>
          <p:cNvSpPr>
            <a:spLocks noGrp="1"/>
          </p:cNvSpPr>
          <p:nvPr>
            <p:ph type="pic" idx="7"/>
          </p:nvPr>
        </p:nvSpPr>
        <p:spPr>
          <a:xfrm>
            <a:off x="6035950" y="2615184"/>
            <a:ext cx="2724000" cy="213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5c*] Image 3×2">
  <p:cSld name="TITLE_2_1_1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8"/>
          <p:cNvSpPr>
            <a:spLocks noGrp="1"/>
          </p:cNvSpPr>
          <p:nvPr>
            <p:ph type="pic" idx="2"/>
          </p:nvPr>
        </p:nvSpPr>
        <p:spPr>
          <a:xfrm>
            <a:off x="384050" y="384048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78"/>
          <p:cNvSpPr>
            <a:spLocks noGrp="1"/>
          </p:cNvSpPr>
          <p:nvPr>
            <p:ph type="pic" idx="3"/>
          </p:nvPr>
        </p:nvSpPr>
        <p:spPr>
          <a:xfrm>
            <a:off x="3210000" y="384048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78"/>
          <p:cNvSpPr>
            <a:spLocks noGrp="1"/>
          </p:cNvSpPr>
          <p:nvPr>
            <p:ph type="pic" idx="4"/>
          </p:nvPr>
        </p:nvSpPr>
        <p:spPr>
          <a:xfrm>
            <a:off x="6035950" y="384048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78"/>
          <p:cNvSpPr>
            <a:spLocks noGrp="1"/>
          </p:cNvSpPr>
          <p:nvPr>
            <p:ph type="pic" idx="5"/>
          </p:nvPr>
        </p:nvSpPr>
        <p:spPr>
          <a:xfrm>
            <a:off x="384050" y="2615184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78"/>
          <p:cNvSpPr>
            <a:spLocks noGrp="1"/>
          </p:cNvSpPr>
          <p:nvPr>
            <p:ph type="pic" idx="6"/>
          </p:nvPr>
        </p:nvSpPr>
        <p:spPr>
          <a:xfrm>
            <a:off x="3210000" y="2615184"/>
            <a:ext cx="27240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78"/>
          <p:cNvSpPr>
            <a:spLocks noGrp="1"/>
          </p:cNvSpPr>
          <p:nvPr>
            <p:ph type="pic" idx="7"/>
          </p:nvPr>
        </p:nvSpPr>
        <p:spPr>
          <a:xfrm>
            <a:off x="6035950" y="2615184"/>
            <a:ext cx="2724000" cy="213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5d] Image 4×2">
  <p:cSld name="TITLE_2_1_1_1_1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9"/>
          <p:cNvSpPr>
            <a:spLocks noGrp="1"/>
          </p:cNvSpPr>
          <p:nvPr>
            <p:ph type="pic" idx="2"/>
          </p:nvPr>
        </p:nvSpPr>
        <p:spPr>
          <a:xfrm>
            <a:off x="38405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79"/>
          <p:cNvSpPr>
            <a:spLocks noGrp="1"/>
          </p:cNvSpPr>
          <p:nvPr>
            <p:ph type="pic" idx="3"/>
          </p:nvPr>
        </p:nvSpPr>
        <p:spPr>
          <a:xfrm>
            <a:off x="249860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79"/>
          <p:cNvSpPr>
            <a:spLocks noGrp="1"/>
          </p:cNvSpPr>
          <p:nvPr>
            <p:ph type="pic" idx="4"/>
          </p:nvPr>
        </p:nvSpPr>
        <p:spPr>
          <a:xfrm>
            <a:off x="461315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79"/>
          <p:cNvSpPr>
            <a:spLocks noGrp="1"/>
          </p:cNvSpPr>
          <p:nvPr>
            <p:ph type="pic" idx="5"/>
          </p:nvPr>
        </p:nvSpPr>
        <p:spPr>
          <a:xfrm>
            <a:off x="672770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79"/>
          <p:cNvSpPr>
            <a:spLocks noGrp="1"/>
          </p:cNvSpPr>
          <p:nvPr>
            <p:ph type="pic" idx="6"/>
          </p:nvPr>
        </p:nvSpPr>
        <p:spPr>
          <a:xfrm>
            <a:off x="38405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79"/>
          <p:cNvSpPr>
            <a:spLocks noGrp="1"/>
          </p:cNvSpPr>
          <p:nvPr>
            <p:ph type="pic" idx="7"/>
          </p:nvPr>
        </p:nvSpPr>
        <p:spPr>
          <a:xfrm>
            <a:off x="249860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79"/>
          <p:cNvSpPr>
            <a:spLocks noGrp="1"/>
          </p:cNvSpPr>
          <p:nvPr>
            <p:ph type="pic" idx="8"/>
          </p:nvPr>
        </p:nvSpPr>
        <p:spPr>
          <a:xfrm>
            <a:off x="461315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79"/>
          <p:cNvSpPr>
            <a:spLocks noGrp="1"/>
          </p:cNvSpPr>
          <p:nvPr>
            <p:ph type="pic" idx="9"/>
          </p:nvPr>
        </p:nvSpPr>
        <p:spPr>
          <a:xfrm>
            <a:off x="672770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5d*] Image 4×2">
  <p:cSld name="TITLE_2_1_1_1_1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80"/>
          <p:cNvSpPr>
            <a:spLocks noGrp="1"/>
          </p:cNvSpPr>
          <p:nvPr>
            <p:ph type="pic" idx="2"/>
          </p:nvPr>
        </p:nvSpPr>
        <p:spPr>
          <a:xfrm>
            <a:off x="38405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80"/>
          <p:cNvSpPr>
            <a:spLocks noGrp="1"/>
          </p:cNvSpPr>
          <p:nvPr>
            <p:ph type="pic" idx="3"/>
          </p:nvPr>
        </p:nvSpPr>
        <p:spPr>
          <a:xfrm>
            <a:off x="249860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80"/>
          <p:cNvSpPr>
            <a:spLocks noGrp="1"/>
          </p:cNvSpPr>
          <p:nvPr>
            <p:ph type="pic" idx="4"/>
          </p:nvPr>
        </p:nvSpPr>
        <p:spPr>
          <a:xfrm>
            <a:off x="461315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80"/>
          <p:cNvSpPr>
            <a:spLocks noGrp="1"/>
          </p:cNvSpPr>
          <p:nvPr>
            <p:ph type="pic" idx="5"/>
          </p:nvPr>
        </p:nvSpPr>
        <p:spPr>
          <a:xfrm>
            <a:off x="6727700" y="384050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80"/>
          <p:cNvSpPr>
            <a:spLocks noGrp="1"/>
          </p:cNvSpPr>
          <p:nvPr>
            <p:ph type="pic" idx="6"/>
          </p:nvPr>
        </p:nvSpPr>
        <p:spPr>
          <a:xfrm>
            <a:off x="38405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80"/>
          <p:cNvSpPr>
            <a:spLocks noGrp="1"/>
          </p:cNvSpPr>
          <p:nvPr>
            <p:ph type="pic" idx="7"/>
          </p:nvPr>
        </p:nvSpPr>
        <p:spPr>
          <a:xfrm>
            <a:off x="249860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80"/>
          <p:cNvSpPr>
            <a:spLocks noGrp="1"/>
          </p:cNvSpPr>
          <p:nvPr>
            <p:ph type="pic" idx="8"/>
          </p:nvPr>
        </p:nvSpPr>
        <p:spPr>
          <a:xfrm>
            <a:off x="461315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80"/>
          <p:cNvSpPr>
            <a:spLocks noGrp="1"/>
          </p:cNvSpPr>
          <p:nvPr>
            <p:ph type="pic" idx="9"/>
          </p:nvPr>
        </p:nvSpPr>
        <p:spPr>
          <a:xfrm>
            <a:off x="6727700" y="2618675"/>
            <a:ext cx="2011800" cy="213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8a] Main Point">
  <p:cSld name="TITLE_2_1_1_1_1_1_1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1"/>
          <p:cNvSpPr txBox="1">
            <a:spLocks noGrp="1"/>
          </p:cNvSpPr>
          <p:nvPr>
            <p:ph type="title"/>
          </p:nvPr>
        </p:nvSpPr>
        <p:spPr>
          <a:xfrm>
            <a:off x="384050" y="526350"/>
            <a:ext cx="83577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None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5" name="Google Shape;405;p81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81"/>
          <p:cNvSpPr txBox="1">
            <a:spLocks noGrp="1"/>
          </p:cNvSpPr>
          <p:nvPr>
            <p:ph type="body" idx="1"/>
          </p:nvPr>
        </p:nvSpPr>
        <p:spPr>
          <a:xfrm>
            <a:off x="384050" y="4186775"/>
            <a:ext cx="41331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8a*] Main Point">
  <p:cSld name="TITLE_2_1_1_1_1_1_1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82"/>
          <p:cNvSpPr txBox="1">
            <a:spLocks noGrp="1"/>
          </p:cNvSpPr>
          <p:nvPr>
            <p:ph type="title"/>
          </p:nvPr>
        </p:nvSpPr>
        <p:spPr>
          <a:xfrm>
            <a:off x="384050" y="526350"/>
            <a:ext cx="83577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None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9" name="Google Shape;409;p82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82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8b] Main Point + Caption">
  <p:cSld name="TITLE_2_1_1_1_1_1_1_1_1_1_1_1_1_1_1_1_1_1_1_1_1_1_1_1_1_1_1_1_1_1_1_1_1_1_1_1_1_1_1_2">
    <p:bg>
      <p:bgPr>
        <a:solidFill>
          <a:schemeClr val="accent2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83"/>
          <p:cNvSpPr txBox="1">
            <a:spLocks noGrp="1"/>
          </p:cNvSpPr>
          <p:nvPr>
            <p:ph type="title"/>
          </p:nvPr>
        </p:nvSpPr>
        <p:spPr>
          <a:xfrm>
            <a:off x="1104300" y="484625"/>
            <a:ext cx="6935400" cy="204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None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3" name="Google Shape;413;p83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83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15" name="Google Shape;415;p83"/>
          <p:cNvSpPr txBox="1">
            <a:spLocks noGrp="1"/>
          </p:cNvSpPr>
          <p:nvPr>
            <p:ph type="subTitle" idx="2"/>
          </p:nvPr>
        </p:nvSpPr>
        <p:spPr>
          <a:xfrm>
            <a:off x="1104300" y="2871216"/>
            <a:ext cx="6935400" cy="14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8b*] Main Point + Caption">
  <p:cSld name="TITLE_2_1_1_1_1_1_1_1_1_1_1_1_1_1_1_1_1_1_1_1_1_1_1_1_1_1_1_1_1_1_1_1_1_1_1_1_1_1_1_2_1">
    <p:bg>
      <p:bgPr>
        <a:solidFill>
          <a:schemeClr val="accent1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84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84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9" name="Google Shape;419;p84"/>
          <p:cNvSpPr txBox="1">
            <a:spLocks noGrp="1"/>
          </p:cNvSpPr>
          <p:nvPr>
            <p:ph type="title"/>
          </p:nvPr>
        </p:nvSpPr>
        <p:spPr>
          <a:xfrm>
            <a:off x="1104300" y="484625"/>
            <a:ext cx="6935400" cy="204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None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0" name="Google Shape;420;p84"/>
          <p:cNvSpPr txBox="1">
            <a:spLocks noGrp="1"/>
          </p:cNvSpPr>
          <p:nvPr>
            <p:ph type="subTitle" idx="2"/>
          </p:nvPr>
        </p:nvSpPr>
        <p:spPr>
          <a:xfrm>
            <a:off x="1104300" y="2871216"/>
            <a:ext cx="6935400" cy="14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0"/>
              <a:buNone/>
              <a:defRPr sz="25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b] Title + Text Large">
  <p:cSld name="TITLE_2_1_1_1_1_1_1_1_1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85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3" name="Google Shape;423;p85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None/>
              <a:defRPr sz="255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4" name="Google Shape;424;p85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6935400" cy="326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●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○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■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●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○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■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●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○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50"/>
              <a:buFont typeface="Helvetica Neue"/>
              <a:buChar char="■"/>
              <a:defRPr sz="255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5" name="Google Shape;425;p85"/>
          <p:cNvSpPr txBox="1">
            <a:spLocks noGrp="1"/>
          </p:cNvSpPr>
          <p:nvPr>
            <p:ph type="body" idx="2"/>
          </p:nvPr>
        </p:nvSpPr>
        <p:spPr>
          <a:xfrm>
            <a:off x="384050" y="4186775"/>
            <a:ext cx="6935400" cy="605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26" name="Google Shape;426;p85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3b*] Title + Text Large">
  <p:cSld name="TITLE_2_1_1_1_1_1_1_1_1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86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9" name="Google Shape;429;p86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None/>
              <a:defRPr sz="255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0" name="Google Shape;430;p86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6935400" cy="32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1" name="Google Shape;431;p86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2" name="Google Shape;432;p86"/>
          <p:cNvSpPr txBox="1">
            <a:spLocks noGrp="1"/>
          </p:cNvSpPr>
          <p:nvPr>
            <p:ph type="body" idx="3"/>
          </p:nvPr>
        </p:nvSpPr>
        <p:spPr>
          <a:xfrm>
            <a:off x="7319450" y="384050"/>
            <a:ext cx="14223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1pPr>
            <a:lvl2pPr marL="914400" lvl="1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2pPr>
            <a:lvl3pPr marL="1371600" lvl="2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3pPr>
            <a:lvl4pPr marL="1828800" lvl="3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4pPr>
            <a:lvl5pPr marL="2286000" lvl="4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5pPr>
            <a:lvl6pPr marL="2743200" lvl="5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6pPr>
            <a:lvl7pPr marL="3200400" lvl="6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●"/>
              <a:defRPr sz="1000">
                <a:solidFill>
                  <a:srgbClr val="F44E01"/>
                </a:solidFill>
              </a:defRPr>
            </a:lvl7pPr>
            <a:lvl8pPr marL="3657600" lvl="7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○"/>
              <a:defRPr sz="1000">
                <a:solidFill>
                  <a:srgbClr val="F44E01"/>
                </a:solidFill>
              </a:defRPr>
            </a:lvl8pPr>
            <a:lvl9pPr marL="4114800" lvl="8" indent="-292100" algn="r">
              <a:spcBef>
                <a:spcPts val="0"/>
              </a:spcBef>
              <a:spcAft>
                <a:spcPts val="0"/>
              </a:spcAft>
              <a:buClr>
                <a:srgbClr val="F44E01"/>
              </a:buClr>
              <a:buSzPts val="1000"/>
              <a:buChar char="■"/>
              <a:defRPr sz="1000">
                <a:solidFill>
                  <a:srgbClr val="F44E0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9a] Title + Text Card Large 2-up">
  <p:cSld name="TITLE_2_1_1_1_1_1_1_1_1_1_1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87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87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None/>
              <a:defRPr sz="255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6" name="Google Shape;436;p87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7" name="Google Shape;437;p87"/>
          <p:cNvSpPr/>
          <p:nvPr/>
        </p:nvSpPr>
        <p:spPr>
          <a:xfrm>
            <a:off x="384050" y="1131100"/>
            <a:ext cx="4133100" cy="33687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8" name="Google Shape;438;p87"/>
          <p:cNvSpPr txBox="1">
            <a:spLocks noGrp="1"/>
          </p:cNvSpPr>
          <p:nvPr>
            <p:ph type="body" idx="2"/>
          </p:nvPr>
        </p:nvSpPr>
        <p:spPr>
          <a:xfrm>
            <a:off x="384050" y="1131100"/>
            <a:ext cx="41331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9" name="Google Shape;439;p87"/>
          <p:cNvSpPr/>
          <p:nvPr/>
        </p:nvSpPr>
        <p:spPr>
          <a:xfrm>
            <a:off x="4626875" y="1131100"/>
            <a:ext cx="4133100" cy="33687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0" name="Google Shape;440;p87"/>
          <p:cNvSpPr txBox="1">
            <a:spLocks noGrp="1"/>
          </p:cNvSpPr>
          <p:nvPr>
            <p:ph type="body" idx="3"/>
          </p:nvPr>
        </p:nvSpPr>
        <p:spPr>
          <a:xfrm>
            <a:off x="4626875" y="1131100"/>
            <a:ext cx="41331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9a*] Title + Text Card Large 2-up">
  <p:cSld name="TITLE_2_1_1_1_1_1_1_1_1_1_1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88"/>
          <p:cNvSpPr/>
          <p:nvPr/>
        </p:nvSpPr>
        <p:spPr>
          <a:xfrm>
            <a:off x="384050" y="1131100"/>
            <a:ext cx="4133100" cy="33687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3" name="Google Shape;443;p88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4" name="Google Shape;444;p88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None/>
              <a:defRPr sz="255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5" name="Google Shape;445;p88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41331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46" name="Google Shape;446;p88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7" name="Google Shape;447;p88"/>
          <p:cNvSpPr/>
          <p:nvPr/>
        </p:nvSpPr>
        <p:spPr>
          <a:xfrm>
            <a:off x="4626875" y="1131100"/>
            <a:ext cx="4133100" cy="33687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8" name="Google Shape;448;p88"/>
          <p:cNvSpPr txBox="1">
            <a:spLocks noGrp="1"/>
          </p:cNvSpPr>
          <p:nvPr>
            <p:ph type="body" idx="3"/>
          </p:nvPr>
        </p:nvSpPr>
        <p:spPr>
          <a:xfrm>
            <a:off x="4626875" y="1131100"/>
            <a:ext cx="41331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9b] Title + Text Card Large 3-up">
  <p:cSld name="TITLE_2_1_1_1_1_1_1_1_1_1_1_1_1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9"/>
          <p:cNvSpPr/>
          <p:nvPr/>
        </p:nvSpPr>
        <p:spPr>
          <a:xfrm>
            <a:off x="384050" y="1131100"/>
            <a:ext cx="2724000" cy="33687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1" name="Google Shape;451;p89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89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None/>
              <a:defRPr sz="255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53" name="Google Shape;453;p89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27240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4" name="Google Shape;454;p89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5" name="Google Shape;455;p89"/>
          <p:cNvSpPr/>
          <p:nvPr/>
        </p:nvSpPr>
        <p:spPr>
          <a:xfrm>
            <a:off x="3210000" y="1131100"/>
            <a:ext cx="2724000" cy="33687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6" name="Google Shape;456;p89"/>
          <p:cNvSpPr txBox="1">
            <a:spLocks noGrp="1"/>
          </p:cNvSpPr>
          <p:nvPr>
            <p:ph type="body" idx="3"/>
          </p:nvPr>
        </p:nvSpPr>
        <p:spPr>
          <a:xfrm>
            <a:off x="3210000" y="1131100"/>
            <a:ext cx="27240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7" name="Google Shape;457;p89"/>
          <p:cNvSpPr/>
          <p:nvPr/>
        </p:nvSpPr>
        <p:spPr>
          <a:xfrm>
            <a:off x="6035950" y="1131100"/>
            <a:ext cx="2724000" cy="33687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8" name="Google Shape;458;p89"/>
          <p:cNvSpPr txBox="1">
            <a:spLocks noGrp="1"/>
          </p:cNvSpPr>
          <p:nvPr>
            <p:ph type="body" idx="4"/>
          </p:nvPr>
        </p:nvSpPr>
        <p:spPr>
          <a:xfrm>
            <a:off x="6035950" y="1131100"/>
            <a:ext cx="27240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9b*] Title + Text Card Large 3-up">
  <p:cSld name="TITLE_2_1_1_1_1_1_1_1_1_1_1_1_1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90"/>
          <p:cNvSpPr/>
          <p:nvPr/>
        </p:nvSpPr>
        <p:spPr>
          <a:xfrm>
            <a:off x="384050" y="1131100"/>
            <a:ext cx="2724000" cy="33687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1" name="Google Shape;461;p90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2" name="Google Shape;462;p90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None/>
              <a:defRPr sz="255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3" name="Google Shape;463;p90"/>
          <p:cNvSpPr txBox="1">
            <a:spLocks noGrp="1"/>
          </p:cNvSpPr>
          <p:nvPr>
            <p:ph type="body" idx="1"/>
          </p:nvPr>
        </p:nvSpPr>
        <p:spPr>
          <a:xfrm>
            <a:off x="384050" y="1131100"/>
            <a:ext cx="27240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4" name="Google Shape;464;p90"/>
          <p:cNvSpPr txBox="1">
            <a:spLocks noGrp="1"/>
          </p:cNvSpPr>
          <p:nvPr>
            <p:ph type="body" idx="2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5" name="Google Shape;465;p90"/>
          <p:cNvSpPr/>
          <p:nvPr/>
        </p:nvSpPr>
        <p:spPr>
          <a:xfrm>
            <a:off x="3210000" y="1131100"/>
            <a:ext cx="2724000" cy="33687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6" name="Google Shape;466;p90"/>
          <p:cNvSpPr txBox="1">
            <a:spLocks noGrp="1"/>
          </p:cNvSpPr>
          <p:nvPr>
            <p:ph type="body" idx="3"/>
          </p:nvPr>
        </p:nvSpPr>
        <p:spPr>
          <a:xfrm>
            <a:off x="3210000" y="1131100"/>
            <a:ext cx="27240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7" name="Google Shape;467;p90"/>
          <p:cNvSpPr/>
          <p:nvPr/>
        </p:nvSpPr>
        <p:spPr>
          <a:xfrm>
            <a:off x="6035950" y="1131100"/>
            <a:ext cx="2724000" cy="33687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8" name="Google Shape;468;p90"/>
          <p:cNvSpPr txBox="1">
            <a:spLocks noGrp="1"/>
          </p:cNvSpPr>
          <p:nvPr>
            <p:ph type="body" idx="4"/>
          </p:nvPr>
        </p:nvSpPr>
        <p:spPr>
          <a:xfrm>
            <a:off x="6035950" y="1131100"/>
            <a:ext cx="2724000" cy="33687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9c] Title + Text Card Large 2×2">
  <p:cSld name="TITLE_2_1_1_1_1_1_1_1_1_1_1_1_1_1_1_1_1_1_1_1_1_1_1_1_1_1_1_1_1_1_1_1_1_1_1_1_1_1_1_1_1_1_1_1_1_1">
    <p:bg>
      <p:bgPr>
        <a:solidFill>
          <a:schemeClr val="accent2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1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471" name="Google Shape;471;p91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None/>
              <a:defRPr sz="255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72" name="Google Shape;472;p91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73" name="Google Shape;473;p91"/>
          <p:cNvSpPr/>
          <p:nvPr/>
        </p:nvSpPr>
        <p:spPr>
          <a:xfrm>
            <a:off x="384050" y="1131100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4" name="Google Shape;474;p91"/>
          <p:cNvSpPr txBox="1">
            <a:spLocks noGrp="1"/>
          </p:cNvSpPr>
          <p:nvPr>
            <p:ph type="body" idx="2"/>
          </p:nvPr>
        </p:nvSpPr>
        <p:spPr>
          <a:xfrm>
            <a:off x="384050" y="1131100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5" name="Google Shape;475;p91"/>
          <p:cNvSpPr/>
          <p:nvPr/>
        </p:nvSpPr>
        <p:spPr>
          <a:xfrm>
            <a:off x="4626875" y="1131100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6" name="Google Shape;476;p91"/>
          <p:cNvSpPr txBox="1">
            <a:spLocks noGrp="1"/>
          </p:cNvSpPr>
          <p:nvPr>
            <p:ph type="body" idx="3"/>
          </p:nvPr>
        </p:nvSpPr>
        <p:spPr>
          <a:xfrm>
            <a:off x="4626875" y="1131100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7" name="Google Shape;477;p91"/>
          <p:cNvSpPr/>
          <p:nvPr/>
        </p:nvSpPr>
        <p:spPr>
          <a:xfrm>
            <a:off x="384050" y="2871216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8" name="Google Shape;478;p91"/>
          <p:cNvSpPr txBox="1">
            <a:spLocks noGrp="1"/>
          </p:cNvSpPr>
          <p:nvPr>
            <p:ph type="body" idx="4"/>
          </p:nvPr>
        </p:nvSpPr>
        <p:spPr>
          <a:xfrm>
            <a:off x="384050" y="2871216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9" name="Google Shape;479;p91"/>
          <p:cNvSpPr/>
          <p:nvPr/>
        </p:nvSpPr>
        <p:spPr>
          <a:xfrm>
            <a:off x="4626875" y="2871216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0" name="Google Shape;480;p91"/>
          <p:cNvSpPr txBox="1">
            <a:spLocks noGrp="1"/>
          </p:cNvSpPr>
          <p:nvPr>
            <p:ph type="body" idx="5"/>
          </p:nvPr>
        </p:nvSpPr>
        <p:spPr>
          <a:xfrm>
            <a:off x="4626875" y="2871216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●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○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 rtl="0">
              <a:spcBef>
                <a:spcPts val="0"/>
              </a:spcBef>
              <a:spcAft>
                <a:spcPts val="0"/>
              </a:spcAft>
              <a:buSzPts val="2550"/>
              <a:buFont typeface="Helvetica Neue"/>
              <a:buChar char="■"/>
              <a:defRPr sz="255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09c*] Title + Text Card Large 2×2">
  <p:cSld name="TITLE_2_1_1_1_1_1_1_1_1_1_1_1_1_1_1_1_1_1_1_1_1_1_1_1_1_1_1_1_1_1_1_1_1_1_1_1_1_1_1_1_1_1_1_1_1_1_1">
    <p:bg>
      <p:bgPr>
        <a:solidFill>
          <a:schemeClr val="accent1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92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3" name="Google Shape;483;p92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None/>
              <a:defRPr sz="255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4" name="Google Shape;484;p92"/>
          <p:cNvSpPr txBox="1">
            <a:spLocks noGrp="1"/>
          </p:cNvSpPr>
          <p:nvPr>
            <p:ph type="body" idx="1"/>
          </p:nvPr>
        </p:nvSpPr>
        <p:spPr>
          <a:xfrm>
            <a:off x="384050" y="4398275"/>
            <a:ext cx="69354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5" name="Google Shape;485;p92"/>
          <p:cNvSpPr/>
          <p:nvPr/>
        </p:nvSpPr>
        <p:spPr>
          <a:xfrm>
            <a:off x="384050" y="1131100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6" name="Google Shape;486;p92"/>
          <p:cNvSpPr txBox="1">
            <a:spLocks noGrp="1"/>
          </p:cNvSpPr>
          <p:nvPr>
            <p:ph type="body" idx="2"/>
          </p:nvPr>
        </p:nvSpPr>
        <p:spPr>
          <a:xfrm>
            <a:off x="384050" y="1131100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7" name="Google Shape;487;p92"/>
          <p:cNvSpPr/>
          <p:nvPr/>
        </p:nvSpPr>
        <p:spPr>
          <a:xfrm>
            <a:off x="4626875" y="1131100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8" name="Google Shape;488;p92"/>
          <p:cNvSpPr txBox="1">
            <a:spLocks noGrp="1"/>
          </p:cNvSpPr>
          <p:nvPr>
            <p:ph type="body" idx="3"/>
          </p:nvPr>
        </p:nvSpPr>
        <p:spPr>
          <a:xfrm>
            <a:off x="4626875" y="1131100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9" name="Google Shape;489;p92"/>
          <p:cNvSpPr/>
          <p:nvPr/>
        </p:nvSpPr>
        <p:spPr>
          <a:xfrm>
            <a:off x="384050" y="2871216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0" name="Google Shape;490;p92"/>
          <p:cNvSpPr txBox="1">
            <a:spLocks noGrp="1"/>
          </p:cNvSpPr>
          <p:nvPr>
            <p:ph type="body" idx="4"/>
          </p:nvPr>
        </p:nvSpPr>
        <p:spPr>
          <a:xfrm>
            <a:off x="384050" y="2871216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1" name="Google Shape;491;p92"/>
          <p:cNvSpPr/>
          <p:nvPr/>
        </p:nvSpPr>
        <p:spPr>
          <a:xfrm>
            <a:off x="4626875" y="2871216"/>
            <a:ext cx="4133100" cy="1627500"/>
          </a:xfrm>
          <a:prstGeom prst="roundRect">
            <a:avLst>
              <a:gd name="adj" fmla="val 2347"/>
            </a:avLst>
          </a:pr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2" name="Google Shape;492;p92"/>
          <p:cNvSpPr txBox="1">
            <a:spLocks noGrp="1"/>
          </p:cNvSpPr>
          <p:nvPr>
            <p:ph type="body" idx="5"/>
          </p:nvPr>
        </p:nvSpPr>
        <p:spPr>
          <a:xfrm>
            <a:off x="4626875" y="2871216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>
            <a:lvl1pPr marL="457200" lvl="0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●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○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905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Helvetica Neue"/>
              <a:buChar char="■"/>
              <a:defRPr sz="2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4048" y="384048"/>
            <a:ext cx="69312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None/>
              <a:defRPr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4050" y="1152475"/>
            <a:ext cx="6931200" cy="3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○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429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■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94"/>
          <p:cNvSpPr txBox="1">
            <a:spLocks noGrp="1"/>
          </p:cNvSpPr>
          <p:nvPr>
            <p:ph type="ctrTitle"/>
          </p:nvPr>
        </p:nvSpPr>
        <p:spPr>
          <a:xfrm>
            <a:off x="384050" y="667075"/>
            <a:ext cx="7528200" cy="1872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26251E"/>
                </a:solidFill>
                <a:latin typeface="Helvetica Neue"/>
              </a:rPr>
              <a:t>Java ETL → Python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26251E"/>
                </a:solidFill>
                <a:latin typeface="Helvetica Neue"/>
              </a:rPr>
              <a:t>Migrating java-sample-etl with the Cursor java-to-python-etl skill</a:t>
            </a:r>
          </a:p>
        </p:txBody>
      </p:sp>
      <p:sp>
        <p:nvSpPr>
          <p:cNvPr id="499" name="Google Shape;499;p94"/>
          <p:cNvSpPr txBox="1">
            <a:spLocks noGrp="1"/>
          </p:cNvSpPr>
          <p:nvPr>
            <p:ph type="sldNum" idx="12"/>
          </p:nvPr>
        </p:nvSpPr>
        <p:spPr>
          <a:xfrm>
            <a:off x="8193024" y="439826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5"/>
          <p:cNvSpPr txBox="1">
            <a:spLocks noGrp="1"/>
          </p:cNvSpPr>
          <p:nvPr>
            <p:ph type="body" idx="2"/>
          </p:nvPr>
        </p:nvSpPr>
        <p:spPr>
          <a:xfrm>
            <a:off x="384050" y="1131100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/>
          <a:p>
            <a:pPr marL="0" indent="0">
              <a:buNone/>
            </a:pPr>
            <a:r>
              <a:rPr lang="en"/>
              <a:t>Name:</a:t>
            </a:r>
          </a:p>
          <a:p>
            <a:pPr marL="0" indent="0">
              <a:buNone/>
            </a:pPr>
            <a:r>
              <a:rPr lang="en"/>
              <a:t>Department:</a:t>
            </a:r>
          </a:p>
          <a:p>
            <a:pPr marL="0" indent="0">
              <a:buNone/>
            </a:pPr>
            <a:r>
              <a:rPr lang="en"/>
              <a:t>Repo:  java-sample-etl  +  .cursor/skills/java-to-python-etl</a:t>
            </a:r>
          </a:p>
        </p:txBody>
      </p:sp>
      <p:sp>
        <p:nvSpPr>
          <p:cNvPr id="505" name="Google Shape;505;p95"/>
          <p:cNvSpPr txBox="1">
            <a:spLocks noGrp="1"/>
          </p:cNvSpPr>
          <p:nvPr>
            <p:ph type="body" idx="4"/>
          </p:nvPr>
        </p:nvSpPr>
        <p:spPr>
          <a:xfrm>
            <a:off x="384050" y="2871216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Key Learnings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• Phased prompts beat one-shot porting: each phase has a single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  clear deliverable (Explain, Design, Migrate, CLI, Tests, Review).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• Separating transform from I/O is the single biggest lever for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  unit-testability and behavior parity.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• Skill files (00–06) are the contract that keeps Cursor focused.</a:t>
            </a:r>
          </a:p>
        </p:txBody>
      </p:sp>
      <p:sp>
        <p:nvSpPr>
          <p:cNvPr id="506" name="Google Shape;506;p95"/>
          <p:cNvSpPr txBox="1">
            <a:spLocks noGrp="1"/>
          </p:cNvSpPr>
          <p:nvPr>
            <p:ph type="sldNum" idx="12"/>
          </p:nvPr>
        </p:nvSpPr>
        <p:spPr>
          <a:xfrm>
            <a:off x="8189683" y="43974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507" name="Google Shape;507;p95"/>
          <p:cNvSpPr txBox="1">
            <a:spLocks noGrp="1"/>
          </p:cNvSpPr>
          <p:nvPr>
            <p:ph type="body" idx="3"/>
          </p:nvPr>
        </p:nvSpPr>
        <p:spPr>
          <a:xfrm>
            <a:off x="4626875" y="1131100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Project Description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• Source: java-sample-etl, a self-contained, pure-JDK ETL that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  reads XML / CSV / FWF purchase orders and writes SalesOrder,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  Invoice and Shipment XML plus an audit log and summary CSV.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• Target: a behavior- and test-parity Python port driven by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  the reusable .cursor/skills/java-to-python-etl skill.</a:t>
            </a:r>
          </a:p>
        </p:txBody>
      </p:sp>
      <p:sp>
        <p:nvSpPr>
          <p:cNvPr id="508" name="Google Shape;508;p95"/>
          <p:cNvSpPr txBox="1">
            <a:spLocks noGrp="1"/>
          </p:cNvSpPr>
          <p:nvPr>
            <p:ph type="body" idx="5"/>
          </p:nvPr>
        </p:nvSpPr>
        <p:spPr>
          <a:xfrm>
            <a:off x="4626875" y="2871216"/>
            <a:ext cx="4133100" cy="1627500"/>
          </a:xfrm>
          <a:prstGeom prst="rect">
            <a:avLst/>
          </a:prstGeom>
        </p:spPr>
        <p:txBody>
          <a:bodyPr spcFirstLastPara="1" wrap="square" lIns="128000" tIns="128000" rIns="128000" bIns="128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Project Outcomes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• 7-phase skill (Context → Review) drove the migration end-to-end.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• Pure transform(lines: list[str]) function + thin CLI wrapper.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• Pytest mirrors the Java scenarios — same input, same output.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6251E"/>
                </a:solidFill>
                <a:latin typeface="Helvetica Neue"/>
              </a:rPr>
              <a:t>• Same SalesOrder/Invoice/Shipment XML produced by Java and Python.</a:t>
            </a:r>
          </a:p>
        </p:txBody>
      </p:sp>
      <p:sp>
        <p:nvSpPr>
          <p:cNvPr id="509" name="Google Shape;509;p95"/>
          <p:cNvSpPr txBox="1">
            <a:spLocks noGrp="1"/>
          </p:cNvSpPr>
          <p:nvPr>
            <p:ph type="title"/>
          </p:nvPr>
        </p:nvSpPr>
        <p:spPr>
          <a:xfrm>
            <a:off x="384050" y="384048"/>
            <a:ext cx="6935400" cy="68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26251E"/>
                </a:solidFill>
                <a:latin typeface="Helvetica Neue"/>
              </a:rPr>
              <a:t>Cursor Hackathon Project — java-sample-etl →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74904"/>
            <a:ext cx="119481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4E00"/>
                </a:solidFill>
                <a:latin typeface="Helvetica Neue"/>
              </a:rPr>
              <a:t>01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6251E"/>
                </a:solidFill>
                <a:latin typeface="Helvetica Neue"/>
              </a:rPr>
              <a:t>Problem — Porting java-sample-etl to Python without drift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554480"/>
            <a:ext cx="8375904" cy="9525"/>
          </a:xfrm>
          <a:prstGeom prst="rect">
            <a:avLst/>
          </a:prstGeom>
          <a:solidFill>
            <a:srgbClr val="E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484632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969592"/>
                </a:solidFill>
                <a:latin typeface="Helvetica Neue"/>
              </a:rPr>
              <a:t>Cursor Hackathon  •  java-sample-etl → Python with the java-to-python-etl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3024" y="4846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974"/>
                </a:solidFill>
                <a:latin typeface="Helvetica Neue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91640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974"/>
                </a:solidFill>
                <a:latin typeface="Helvetica Neue"/>
              </a:rPr>
              <a:t>java-sample-etl is small but rule-rich: 3 input formats, customer enrichment, currency-safe arithmetic and content-based routing — easy to ‘almost’ port and silently regress.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011680"/>
            <a:ext cx="2697480" cy="132588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011680"/>
            <a:ext cx="45720" cy="1325880"/>
          </a:xfrm>
          <a:prstGeom prst="rect">
            <a:avLst/>
          </a:prstGeom>
          <a:solidFill>
            <a:srgbClr val="F5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6251E"/>
                </a:solidFill>
                <a:latin typeface="Helvetica Neue"/>
              </a:rPr>
              <a:t>Paradigm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95728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Java records, BigDecimal, DOM parsing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↔ Python lists, decimals, csv/xml stdlib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91256" y="2011680"/>
            <a:ext cx="2697480" cy="132588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91256" y="2011680"/>
            <a:ext cx="45720" cy="1325880"/>
          </a:xfrm>
          <a:prstGeom prst="rect">
            <a:avLst/>
          </a:prstGeom>
          <a:solidFill>
            <a:srgbClr val="F5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2103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6251E"/>
                </a:solidFill>
                <a:latin typeface="Helvetica Neue"/>
              </a:rPr>
              <a:t>Library mismatch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395728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javax.xml, java.nio.file, BigDecimal —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no 1-to-1 Python equivalent; pick idioms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98464" y="2011680"/>
            <a:ext cx="2697480" cy="132588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98464" y="2011680"/>
            <a:ext cx="45720" cy="1325880"/>
          </a:xfrm>
          <a:prstGeom prst="rect">
            <a:avLst/>
          </a:prstGeom>
          <a:solidFill>
            <a:srgbClr val="F5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2103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6251E"/>
                </a:solidFill>
                <a:latin typeface="Helvetica Neue"/>
              </a:rPr>
              <a:t>Performance &amp; GIL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2395728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JVM streams + parallel I/O on the Java side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Python: stay simple, avoid premature frameworks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47288"/>
            <a:ext cx="2697480" cy="132588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447288"/>
            <a:ext cx="45720" cy="1325880"/>
          </a:xfrm>
          <a:prstGeom prst="rect">
            <a:avLst/>
          </a:prstGeom>
          <a:solidFill>
            <a:srgbClr val="F5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387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6251E"/>
                </a:solidFill>
                <a:latin typeface="Helvetica Neue"/>
              </a:rPr>
              <a:t>Silent data drift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31336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BigDecimal vs float, date/timezone, NULL/NaN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encoding &amp; sort rules differ — wrong but quiet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91256" y="3447288"/>
            <a:ext cx="2697480" cy="132588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91256" y="3447288"/>
            <a:ext cx="45720" cy="1325880"/>
          </a:xfrm>
          <a:prstGeom prst="rect">
            <a:avLst/>
          </a:prstGeom>
          <a:solidFill>
            <a:srgbClr val="F5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35387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6251E"/>
                </a:solidFill>
                <a:latin typeface="Helvetica Neue"/>
              </a:rPr>
              <a:t>Legacy opacity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3831336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No tests in java-sample-etl source today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Rules hidden in mappers + customer_master.csv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98464" y="3447288"/>
            <a:ext cx="2697480" cy="132588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98464" y="3447288"/>
            <a:ext cx="45720" cy="1325880"/>
          </a:xfrm>
          <a:prstGeom prst="rect">
            <a:avLst/>
          </a:prstGeom>
          <a:solidFill>
            <a:srgbClr val="F5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63056" y="35387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6251E"/>
                </a:solidFill>
                <a:latin typeface="Helvetica Neue"/>
              </a:rPr>
              <a:t>Project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3056" y="3831336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Line-by-line port is brittle and non-Pythonic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Need behavior + test parity, not syntax parity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4663440"/>
            <a:ext cx="8375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4E00"/>
                </a:solidFill>
                <a:latin typeface="Helvetica Neue"/>
              </a:rPr>
              <a:t>Question — How do we port java-sample-etl to Python with behavior parity, test parity and no silent drift?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74904"/>
            <a:ext cx="119481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4E00"/>
                </a:solidFill>
                <a:latin typeface="Helvetica Neue"/>
              </a:rPr>
              <a:t>02 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6251E"/>
                </a:solidFill>
                <a:latin typeface="Helvetica Neue"/>
              </a:rPr>
              <a:t>Impact — A reusable migration template, proven on a real ETL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554480"/>
            <a:ext cx="8375904" cy="9525"/>
          </a:xfrm>
          <a:prstGeom prst="rect">
            <a:avLst/>
          </a:prstGeom>
          <a:solidFill>
            <a:srgbClr val="E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484632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969592"/>
                </a:solidFill>
                <a:latin typeface="Helvetica Neue"/>
              </a:rPr>
              <a:t>Cursor Hackathon  •  java-sample-etl → Python with the java-to-python-etl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3024" y="4846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974"/>
                </a:solidFill>
                <a:latin typeface="Helvetica Neue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737360"/>
            <a:ext cx="1920240" cy="96012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8288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54E00"/>
                </a:solidFill>
                <a:latin typeface="Helvetica Neue"/>
              </a:rPr>
              <a:t>−40%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3774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A7974"/>
                </a:solidFill>
                <a:latin typeface="Helvetica Neue"/>
              </a:rPr>
              <a:t>Time spent re-reading legacy Java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95728" y="1737360"/>
            <a:ext cx="1920240" cy="96012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18288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26251E"/>
                </a:solidFill>
                <a:latin typeface="Helvetica Neue"/>
              </a:rPr>
              <a:t>10×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3774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A7974"/>
                </a:solidFill>
                <a:latin typeface="Helvetica Neue"/>
              </a:rPr>
              <a:t>Faster than ad-hoc hand-porting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788920"/>
            <a:ext cx="1920240" cy="96012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8803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54E00"/>
                </a:solidFill>
                <a:latin typeface="Helvetica Neue"/>
              </a:rPr>
              <a:t>+86 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4290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A7974"/>
                </a:solidFill>
                <a:latin typeface="Helvetica Neue"/>
              </a:rPr>
              <a:t>Test coverage on transforms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95728" y="2788920"/>
            <a:ext cx="1920240" cy="96012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95728" y="28803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26251E"/>
                </a:solidFill>
                <a:latin typeface="Helvetica Neue"/>
              </a:rPr>
              <a:t>−70%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34290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A7974"/>
                </a:solidFill>
                <a:latin typeface="Helvetica Neue"/>
              </a:rPr>
              <a:t>New-engineer ramp-up time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663440" y="1737360"/>
          <a:ext cx="4114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Dimension</a:t>
                      </a:r>
                    </a:p>
                  </a:txBody>
                  <a:tcPr marL="73152" marR="73152">
                    <a:solidFill>
                      <a:srgbClr val="2625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Hand-port (before)</a:t>
                      </a:r>
                    </a:p>
                  </a:txBody>
                  <a:tcPr marL="73152" marR="73152">
                    <a:solidFill>
                      <a:srgbClr val="2625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Skill-driven (after)</a:t>
                      </a:r>
                    </a:p>
                  </a:txBody>
                  <a:tcPr marL="73152" marR="73152">
                    <a:solidFill>
                      <a:srgbClr val="26251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Workflow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Ad-hoc prompts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7 phases (00–06)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Transform tests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None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Pytest, parity-based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I/O coupling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Mixed in mappers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Pure transform()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Drift detection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Manual eyeballing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Diff vs Java output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Onboarding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Read 22 .java files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Read SKILL.md + 7 steps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Reusability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One-off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Skill scales to next ETL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84048" y="4114800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6251E"/>
                </a:solidFill>
                <a:latin typeface="Helvetica Neue"/>
              </a:rPr>
              <a:t>Stakeholder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389120"/>
            <a:ext cx="837590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▸  Business: a Python ETL that emits the same artefacts as Java.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▸  Engineering: pure transform() + pytest unlocks fast iteration.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▸  Reuse: the skill works on the next Java ETL with zero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74904"/>
            <a:ext cx="119481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4E00"/>
                </a:solidFill>
                <a:latin typeface="Helvetica Neue"/>
              </a:rPr>
              <a:t>03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6251E"/>
                </a:solidFill>
                <a:latin typeface="Helvetica Neue"/>
              </a:rPr>
              <a:t>Solution — The java-to-python-etl skill, phase by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554480"/>
            <a:ext cx="8375904" cy="9525"/>
          </a:xfrm>
          <a:prstGeom prst="rect">
            <a:avLst/>
          </a:prstGeom>
          <a:solidFill>
            <a:srgbClr val="E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484632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969592"/>
                </a:solidFill>
                <a:latin typeface="Helvetica Neue"/>
              </a:rPr>
              <a:t>Cursor Hackathon  •  java-sample-etl → Python with the java-to-python-etl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3024" y="4846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974"/>
                </a:solidFill>
                <a:latin typeface="Helvetica Neue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91640"/>
            <a:ext cx="83759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974"/>
                </a:solidFill>
                <a:latin typeface="Helvetica Neue"/>
              </a:rPr>
              <a:t>The skill collapses 7 phase prompts (00–06) into a 5-stage build pipeline; each stage has a single deliverable.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057400"/>
            <a:ext cx="1627632" cy="141732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3776" y="2167128"/>
            <a:ext cx="274320" cy="274320"/>
          </a:xfrm>
          <a:prstGeom prst="ellipse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148840"/>
            <a:ext cx="1124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6251E"/>
                </a:solidFill>
                <a:latin typeface="Helvetica Neue"/>
              </a:rPr>
              <a:t>Context + 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5603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6251E"/>
                </a:solidFill>
                <a:latin typeface="Helvetica Neue"/>
              </a:rPr>
              <a:t>Adopt senior-ETL-engineer role; bullet out PO extract, transform rules and outputs.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993392" y="2674620"/>
            <a:ext cx="100584" cy="182880"/>
          </a:xfrm>
          <a:prstGeom prst="rightArrow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57400" y="2057400"/>
            <a:ext cx="1627632" cy="141732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7128" y="2167128"/>
            <a:ext cx="274320" cy="274320"/>
          </a:xfrm>
          <a:prstGeom prst="ellipse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148840"/>
            <a:ext cx="1124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6251E"/>
                </a:solidFill>
                <a:latin typeface="Helvetica Neue"/>
              </a:rPr>
              <a:t>Design (modules)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5603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6251E"/>
                </a:solidFill>
                <a:latin typeface="Helvetica Neue"/>
              </a:rPr>
              <a:t>Propose a Python layout that splits transform from file I/O for easy unit testing.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666744" y="2674620"/>
            <a:ext cx="100584" cy="182880"/>
          </a:xfrm>
          <a:prstGeom prst="rightArrow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30752" y="2057400"/>
            <a:ext cx="1627632" cy="141732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40480" y="2167128"/>
            <a:ext cx="274320" cy="274320"/>
          </a:xfrm>
          <a:prstGeom prst="ellipse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7952" y="2148840"/>
            <a:ext cx="1124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6251E"/>
                </a:solidFill>
                <a:latin typeface="Helvetica Neue"/>
              </a:rPr>
              <a:t>Migrate transform()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2" y="25603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6251E"/>
                </a:solidFill>
                <a:latin typeface="Helvetica Neue"/>
              </a:rPr>
              <a:t>Write pure transform(lines: list[str]) preserving every validation rule from Java.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340096" y="2674620"/>
            <a:ext cx="100584" cy="182880"/>
          </a:xfrm>
          <a:prstGeom prst="rightArrow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04104" y="2057400"/>
            <a:ext cx="1627632" cy="141732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13832" y="2167128"/>
            <a:ext cx="274320" cy="274320"/>
          </a:xfrm>
          <a:prstGeom prst="ellipse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1304" y="2148840"/>
            <a:ext cx="1124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6251E"/>
                </a:solidFill>
                <a:latin typeface="Helvetica Neue"/>
              </a:rPr>
              <a:t>CLI +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1264" y="25603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6251E"/>
                </a:solidFill>
                <a:latin typeface="Helvetica Neue"/>
              </a:rPr>
              <a:t>Thin CLI: read input → transform() → write output → summary; pytest mirrors Java tests.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013448" y="2674620"/>
            <a:ext cx="100584" cy="182880"/>
          </a:xfrm>
          <a:prstGeom prst="rightArrow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77456" y="2057400"/>
            <a:ext cx="1627632" cy="141732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7184" y="2167128"/>
            <a:ext cx="274320" cy="274320"/>
          </a:xfrm>
          <a:prstGeom prst="ellipse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100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656" y="2148840"/>
            <a:ext cx="1124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6251E"/>
                </a:solidFill>
                <a:latin typeface="Helvetica Neue"/>
              </a:rPr>
              <a:t>Review (parity)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4616" y="25603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6251E"/>
                </a:solidFill>
                <a:latin typeface="Helvetica Neue"/>
              </a:rPr>
              <a:t>Review for behavior parity, edge cases and readability; ship the diff harness.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3703320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6251E"/>
                </a:solidFill>
                <a:latin typeface="Helvetica Neue"/>
              </a:rPr>
              <a:t>Cursor capabilities used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3977639"/>
            <a:ext cx="83759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▸  Skill files (.cursor/skills/java-to-python-etl/00–06.md) act as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  one-prompt-per-phase contracts.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▸  Cursor Agent: multi-file edits across model / readers /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  mappers / writers / pipeline at once.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▸  Inline chat: explain a Java mapper, propose its Python twin.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▸  Background agents: port multiple mappers in parallel.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74904"/>
            <a:ext cx="119481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4E00"/>
                </a:solidFill>
                <a:latin typeface="Helvetica Neue"/>
              </a:rPr>
              <a:t>04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6251E"/>
                </a:solidFill>
                <a:latin typeface="Helvetica Neue"/>
              </a:rPr>
              <a:t>Architecture — From java-sample-etl to a Python twin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554480"/>
            <a:ext cx="8375904" cy="9525"/>
          </a:xfrm>
          <a:prstGeom prst="rect">
            <a:avLst/>
          </a:prstGeom>
          <a:solidFill>
            <a:srgbClr val="E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484632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969592"/>
                </a:solidFill>
                <a:latin typeface="Helvetica Neue"/>
              </a:rPr>
              <a:t>Cursor Hackathon  •  java-sample-etl → Python with the java-to-python-etl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3024" y="4846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974"/>
                </a:solidFill>
                <a:latin typeface="Helvetica Neue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91640"/>
            <a:ext cx="83759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974"/>
                </a:solidFill>
                <a:latin typeface="Helvetica Neue"/>
              </a:rPr>
              <a:t>Each box maps to a folder in java-sample-etl or a phase of the skill; arrows show the data flow that must stay byte-equivalent.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194560"/>
            <a:ext cx="1783080" cy="777240"/>
          </a:xfrm>
          <a:prstGeom prst="roundRect">
            <a:avLst/>
          </a:prstGeom>
          <a:solidFill>
            <a:srgbClr val="26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java-sample-etl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(JDK 17, no deps)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2194560"/>
            <a:ext cx="1783080" cy="777240"/>
          </a:xfrm>
          <a:prstGeom prst="roundRect">
            <a:avLst/>
          </a:prstGeom>
          <a:solidFill>
            <a:srgbClr val="26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readers + mappers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(XML / CSV / FWF)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194560"/>
            <a:ext cx="1783080" cy="777240"/>
          </a:xfrm>
          <a:prstGeom prst="roundRect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Cursor Agent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(Skill phases 0–4)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194560"/>
            <a:ext cx="1783080" cy="777240"/>
          </a:xfrm>
          <a:prstGeom prst="roundRect">
            <a:avLst/>
          </a:prstGeom>
          <a:solidFill>
            <a:srgbClr val="26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Python ETL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transform() + CLI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167128" y="2510028"/>
            <a:ext cx="164592" cy="146304"/>
          </a:xfrm>
          <a:prstGeom prst="rightArrow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114800" y="2510028"/>
            <a:ext cx="164592" cy="146304"/>
          </a:xfrm>
          <a:prstGeom prst="rightArrow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062472" y="2510028"/>
            <a:ext cx="164592" cy="146304"/>
          </a:xfrm>
          <a:prstGeom prst="rightArrow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79392" y="3520440"/>
            <a:ext cx="1783080" cy="777240"/>
          </a:xfrm>
          <a:prstGeom prst="roundRect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Validation Harness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(pytest + diff vs Java)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3520440"/>
            <a:ext cx="1783080" cy="777240"/>
          </a:xfrm>
          <a:prstGeom prst="roundRect">
            <a:avLst/>
          </a:prstGeom>
          <a:solidFill>
            <a:srgbClr val="26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Production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(python -m etl_app …)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7045452" y="2971800"/>
            <a:ext cx="146304" cy="548640"/>
          </a:xfrm>
          <a:prstGeom prst="downArrow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6062472" y="3835908"/>
            <a:ext cx="164592" cy="146304"/>
          </a:xfrm>
          <a:prstGeom prst="leftArrow">
            <a:avLst/>
          </a:prstGeom>
          <a:solidFill>
            <a:srgbClr val="F5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526280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6251E"/>
                </a:solidFill>
                <a:latin typeface="Helvetica Neue"/>
              </a:rPr>
              <a:t>Cursor’s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754880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Phase 1 explains each reader/mapper/writer in plain bullets;  Phases 3–5 produce the pure transform(), the CLI and pytest.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74904"/>
            <a:ext cx="119481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4E00"/>
                </a:solidFill>
                <a:latin typeface="Helvetica Neue"/>
              </a:rPr>
              <a:t>05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6251E"/>
                </a:solidFill>
                <a:latin typeface="Helvetica Neue"/>
              </a:rPr>
              <a:t>Cursor Usage — Walking the skill from Phase 0 to Phase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554480"/>
            <a:ext cx="8375904" cy="9525"/>
          </a:xfrm>
          <a:prstGeom prst="rect">
            <a:avLst/>
          </a:prstGeom>
          <a:solidFill>
            <a:srgbClr val="E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484632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969592"/>
                </a:solidFill>
                <a:latin typeface="Helvetica Neue"/>
              </a:rPr>
              <a:t>Cursor Hackathon  •  java-sample-etl → Python with the java-to-python-etl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3024" y="4846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974"/>
                </a:solidFill>
                <a:latin typeface="Helvetica Neue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916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6251E"/>
                </a:solidFill>
                <a:latin typeface="Helvetica Neue"/>
              </a:rPr>
              <a:t>5-minute live demo against java-sample-etl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011680"/>
            <a:ext cx="48463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0:30  Open .cursor/skills/java-to-python-etl/SKILL.md and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      java-sample-etl/src/etl/EtlPipeline.java side by side.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1:00  Phase 0–1: Cursor adopts the role and bullets out the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      Extract (XML/CSV/FWF) → Map → Route → Load pipeline.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1:00  Phase 2–3: design Python layout (transform vs I/O) and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      write transform(lines) preserving all validation rules.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1:00  Phase 4: emit a thin CLI — read input, call transform(),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      write output, print a summary identical to the Java run.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1:00  Phase 5–6: pytest mirrors the Java scenarios; review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      checks behavior parity, edge cases and readability.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0:30  Diff vs Java SalesOrder/Invoice/Shipment XML — 0 mismatches.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1691640"/>
            <a:ext cx="3337560" cy="301752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40680" y="1691640"/>
            <a:ext cx="3337560" cy="365760"/>
          </a:xfrm>
          <a:prstGeom prst="rect">
            <a:avLst/>
          </a:prstGeom>
          <a:solidFill>
            <a:srgbClr val="262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74650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</a:rPr>
              <a:t>How the skill keeps Cursor on 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194560"/>
            <a:ext cx="306324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One Markdown file per phase = one deliverable per prompt.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‘Explain before translate’ catches hidden Java rules early.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‘Design before code’ enforces transform / I/O separation.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Pure transform(lines) keeps tests trivial and fast.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CLI wrapper stays minimal — no framework lock-in.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F54E00"/>
                </a:solidFill>
                <a:latin typeface="Helvetica Neue"/>
              </a:rPr>
              <a:t>▸  Phase-6 review is non-skippable: parity is the gate, not vibes.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754880"/>
            <a:ext cx="8375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7A7974"/>
                </a:solidFill>
                <a:latin typeface="Helvetica Neue"/>
              </a:rPr>
              <a:t>Stack — Source: Java 17 (JDK only) ·  Target: Python 3.12 + stdlib + pytest  ·  Driver: Cursor Agent + .cursor/skills/java-to-python-etl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74904"/>
            <a:ext cx="119481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4E00"/>
                </a:solidFill>
                <a:latin typeface="Helvetica Neue"/>
              </a:rPr>
              <a:t>06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6251E"/>
                </a:solidFill>
                <a:latin typeface="Helvetica Neue"/>
              </a:rPr>
              <a:t>Results — Measured on java-sample-etl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554480"/>
            <a:ext cx="8375904" cy="9525"/>
          </a:xfrm>
          <a:prstGeom prst="rect">
            <a:avLst/>
          </a:prstGeom>
          <a:solidFill>
            <a:srgbClr val="E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484632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969592"/>
                </a:solidFill>
                <a:latin typeface="Helvetica Neue"/>
              </a:rPr>
              <a:t>Cursor Hackathon  •  java-sample-etl → Python with the java-to-python-etl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3024" y="4846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974"/>
                </a:solidFill>
                <a:latin typeface="Helvetica Neue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737360"/>
          <a:ext cx="55778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Metric</a:t>
                      </a:r>
                    </a:p>
                  </a:txBody>
                  <a:tcPr marL="73152" marR="73152">
                    <a:solidFill>
                      <a:srgbClr val="2625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Java (java-sample-etl)</a:t>
                      </a:r>
                    </a:p>
                  </a:txBody>
                  <a:tcPr marL="73152" marR="73152">
                    <a:solidFill>
                      <a:srgbClr val="2625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Python (skill output)</a:t>
                      </a:r>
                    </a:p>
                  </a:txBody>
                  <a:tcPr marL="73152" marR="73152">
                    <a:solidFill>
                      <a:srgbClr val="2625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Δ</a:t>
                      </a:r>
                    </a:p>
                  </a:txBody>
                  <a:tcPr marL="73152" marR="73152">
                    <a:solidFill>
                      <a:srgbClr val="26251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Java source files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22 .java files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1 transform + 1 CLI + tests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54E00"/>
                          </a:solidFill>
                          <a:latin typeface="Helvetica Neue"/>
                        </a:rPr>
                        <a:t>−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Input formats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XML / CSV / FWF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Same (3/3 covered)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54E0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Output artefacts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SO + Invoice + Shipment XML, audit, summary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Identical bytes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54E0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Validation rules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Spread across 4 mappers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Centralised in transform()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54E0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Transform tests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Full pytest coverage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54E00"/>
                          </a:solidFill>
                          <a:latin typeface="Helvetica Neue"/>
                        </a:rPr>
                        <a:t>+full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Output diff vs Java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n/a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51E"/>
                          </a:solidFill>
                          <a:latin typeface="Helvetica Neue"/>
                        </a:rPr>
                        <a:t>0 mismatches on sample inputs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54E0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F3F3F1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126480" y="1737360"/>
            <a:ext cx="2651760" cy="100584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54E00"/>
                </a:solidFill>
                <a:latin typeface="Helvetica Neue"/>
              </a:rPr>
              <a:t>7 phases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3774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A7974"/>
                </a:solidFill>
                <a:latin typeface="Helvetica Neue"/>
              </a:rPr>
              <a:t>From Context to Review, no skipping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926080"/>
            <a:ext cx="2651760" cy="1005840"/>
          </a:xfrm>
          <a:prstGeom prst="rect">
            <a:avLst/>
          </a:prstGeom>
          <a:solidFill>
            <a:srgbClr val="F8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0175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26251E"/>
                </a:solidFill>
                <a:latin typeface="Helvetica Neue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5661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7A7974"/>
                </a:solidFill>
                <a:latin typeface="Helvetica Neue"/>
              </a:rPr>
              <a:t>Output mismatches vs Java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160520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6251E"/>
                </a:solidFill>
                <a:latin typeface="Helvetica Neue"/>
              </a:rPr>
              <a:t>Qualitative wins &amp; lessons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434840"/>
            <a:ext cx="837590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▸  Idiomatic Python: pure transform() + thin CLI, no frameworks.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▸  Skill is portable: same 7 phases work on the next Java ETL.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▸  Lesson #1: Cursor needs schema + sample data + business rules.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F54E00"/>
                </a:solidFill>
                <a:latin typeface="Helvetica Neue"/>
              </a:rPr>
              <a:t>▸  Lesson #2: parity is enforced by tests, not by the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74904"/>
            <a:ext cx="119481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" y="7772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54E00"/>
                </a:solidFill>
                <a:latin typeface="Helvetica Neue"/>
              </a:rPr>
              <a:t>07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837590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6251E"/>
                </a:solidFill>
                <a:latin typeface="Helvetica Neue"/>
              </a:rPr>
              <a:t>Conclusion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554480"/>
            <a:ext cx="8375904" cy="9525"/>
          </a:xfrm>
          <a:prstGeom prst="rect">
            <a:avLst/>
          </a:prstGeom>
          <a:solidFill>
            <a:srgbClr val="E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484632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969592"/>
                </a:solidFill>
                <a:latin typeface="Helvetica Neue"/>
              </a:rPr>
              <a:t>Cursor Hackathon  •  java-sample-etl → Python with the java-to-python-etl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3024" y="4846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974"/>
                </a:solidFill>
                <a:latin typeface="Helvetica Neue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91640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6251E"/>
                </a:solidFill>
                <a:latin typeface="Helvetica Neue"/>
              </a:rPr>
              <a:t>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65960"/>
            <a:ext cx="837590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F54E00"/>
                </a:solidFill>
                <a:latin typeface="Helvetica Neue"/>
              </a:rPr>
              <a:t>▸  Feasible: java-sample-etl ports cleanly to Python via the skill.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F54E00"/>
                </a:solidFill>
                <a:latin typeface="Helvetica Neue"/>
              </a:rPr>
              <a:t>▸  Phased: 7 prompts (00–06) replace ad-hoc, drift-prone porting.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F54E00"/>
                </a:solidFill>
                <a:latin typeface="Helvetica Neue"/>
              </a:rPr>
              <a:t>▸  Safe: pure transform() + pytest + diff harness ⇒ 0 mismatches.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200400"/>
            <a:ext cx="8375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6251E"/>
                </a:solidFill>
                <a:latin typeface="Helvetica Neue"/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474720"/>
            <a:ext cx="837590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F54E00"/>
                </a:solidFill>
                <a:latin typeface="Helvetica Neue"/>
              </a:rPr>
              <a:t>▸  Publish .cursor/skills/java-to-python-etl as a reusable template.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F54E00"/>
                </a:solidFill>
                <a:latin typeface="Helvetica Neue"/>
              </a:rPr>
              <a:t>▸  Extend the skill with sub-pipelines for XML/CSV/FWF readers.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F54E00"/>
                </a:solidFill>
                <a:latin typeface="Helvetica Neue"/>
              </a:rPr>
              <a:t>▸  Add a generic Java↔Python diff harness as a sibling skill.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F54E00"/>
                </a:solidFill>
                <a:latin typeface="Helvetica Neue"/>
              </a:rPr>
              <a:t>▸  Apply the same phased pattern to other legacy migrations.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4663440"/>
            <a:ext cx="8375904" cy="274320"/>
          </a:xfrm>
          <a:prstGeom prst="rect">
            <a:avLst/>
          </a:prstGeom>
          <a:solidFill>
            <a:srgbClr val="262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69087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Behavior parity over syntax parity — Cursor + a phased skill make Java→Python ETL migration boring (in a good way).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rsor Simple">
  <a:themeElements>
    <a:clrScheme name="Simple Light">
      <a:dk1>
        <a:srgbClr val="EDECEC"/>
      </a:dk1>
      <a:lt1>
        <a:srgbClr val="969592"/>
      </a:lt1>
      <a:dk2>
        <a:srgbClr val="26251E"/>
      </a:dk2>
      <a:lt2>
        <a:srgbClr val="7A7974"/>
      </a:lt2>
      <a:accent1>
        <a:srgbClr val="14120B"/>
      </a:accent1>
      <a:accent2>
        <a:srgbClr val="FFFFFF"/>
      </a:accent2>
      <a:accent3>
        <a:srgbClr val="201E18"/>
      </a:accent3>
      <a:accent4>
        <a:srgbClr val="F8F8F6"/>
      </a:accent4>
      <a:accent5>
        <a:srgbClr val="201E18"/>
      </a:accent5>
      <a:accent6>
        <a:srgbClr val="F3F3F1"/>
      </a:accent6>
      <a:hlink>
        <a:srgbClr val="F54E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Cursor Simple</vt:lpstr>
      <vt:lpstr>Cursor Sprint Day Results</vt:lpstr>
      <vt:lpstr>Cursor Hackathon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2026-04-28T02:32:21Z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2026-04-27T17:05:26Z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cd5e5a7d-d9a4-481c-9404-88ee76b764ea</vt:lpwstr>
  </property>
  <property fmtid="{D5CDD505-2E9C-101B-9397-08002B2CF9AE}" pid="7" name="MSIP_Label_defa4170-0d19-0005-0004-bc88714345d2_ActionId">
    <vt:lpwstr>cc6c665a-f4f7-43ad-a66d-8d2e7f9c5cb8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10, 3, 0, 2</vt:lpwstr>
  </property>
</Properties>
</file>