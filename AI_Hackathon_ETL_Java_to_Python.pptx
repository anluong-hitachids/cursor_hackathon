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40" r:id="rId1"/>
  </p:sldMasterIdLst>
  <p:notesMasterIdLst>
    <p:notesMasterId r:id="rId4"/>
  </p:notesMasterIdLst>
  <p:sldIdLst>
    <p:sldId id="256" r:id="rId2"/>
    <p:sldId id="257" r:id="rId3"/>
    <p:sldId id="258" r:id="rId15"/>
    <p:sldId id="259" r:id="rId16"/>
    <p:sldId id="260" r:id="rId17"/>
    <p:sldId id="261" r:id="rId18"/>
    <p:sldId id="262" r:id="rId19"/>
    <p:sldId id="263" r:id="rId20"/>
    <p:sldId id="264" r:id="rId21"/>
  </p:sldIdLst>
  <p:sldSz cx="9144000" cy="5143500" type="screen16x9"/>
  <p:notesSz cx="6858000" cy="9144000"/>
  <p:embeddedFontLst>
    <p:embeddedFont>
      <p:font typeface="Helvetica Neue" panose="020B0604020202020204" charset="0"/>
      <p:regular r:id="rId5"/>
      <p:bold r:id="rId6"/>
      <p:italic r:id="rId7"/>
      <p:boldItalic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D54AB1-643A-B817-E139-738ED08CF281}" v="1" dt="2026-04-28T02:32:11.8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font" Target="fonts/font3.fntdata"/><Relationship Id="rId8" Type="http://schemas.openxmlformats.org/officeDocument/2006/relationships/font" Target="fonts/font4.fntdata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bhalaxmi Panigrahi" userId="S::subhalaxmi.panigrahi@hitachids.com::ec96b32a-1fc1-4c7c-86d9-89cf82d04a62" providerId="AD" clId="Web-{166241C4-356E-D261-8896-C54AEB1C457D}"/>
    <pc:docChg chg="mod">
      <pc:chgData name="Subhalaxmi Panigrahi" userId="S::subhalaxmi.panigrahi@hitachids.com::ec96b32a-1fc1-4c7c-86d9-89cf82d04a62" providerId="AD" clId="Web-{166241C4-356E-D261-8896-C54AEB1C457D}" dt="2026-04-27T17:05:26.494" v="0" actId="33475"/>
      <pc:docMkLst>
        <pc:docMk/>
      </pc:docMkLst>
    </pc:docChg>
  </pc:docChgLst>
  <pc:docChgLst>
    <pc:chgData name="Phuong Huy Nguyen" userId="S::phuong.huynguyen@hitachids.com::4eb1443d-cb90-445c-ab07-f80f19e0edaf" providerId="AD" clId="Web-{00D54AB1-643A-B817-E139-738ED08CF281}"/>
    <pc:docChg chg="modSld">
      <pc:chgData name="Phuong Huy Nguyen" userId="S::phuong.huynguyen@hitachids.com::4eb1443d-cb90-445c-ab07-f80f19e0edaf" providerId="AD" clId="Web-{00D54AB1-643A-B817-E139-738ED08CF281}" dt="2026-04-28T02:32:11.853" v="0" actId="20577"/>
      <pc:docMkLst>
        <pc:docMk/>
      </pc:docMkLst>
      <pc:sldChg chg="modSp">
        <pc:chgData name="Phuong Huy Nguyen" userId="S::phuong.huynguyen@hitachids.com::4eb1443d-cb90-445c-ab07-f80f19e0edaf" providerId="AD" clId="Web-{00D54AB1-643A-B817-E139-738ED08CF281}" dt="2026-04-28T02:32:11.853" v="0" actId="20577"/>
        <pc:sldMkLst>
          <pc:docMk/>
          <pc:sldMk cId="0" sldId="257"/>
        </pc:sldMkLst>
        <pc:spChg chg="mod">
          <ac:chgData name="Phuong Huy Nguyen" userId="S::phuong.huynguyen@hitachids.com::4eb1443d-cb90-445c-ab07-f80f19e0edaf" providerId="AD" clId="Web-{00D54AB1-643A-B817-E139-738ED08CF281}" dt="2026-04-28T02:32:11.853" v="0" actId="20577"/>
          <ac:spMkLst>
            <pc:docMk/>
            <pc:sldMk cId="0" sldId="257"/>
            <ac:spMk id="504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c0994358ef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3c0994358ef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Good morning everyone — really glad to have you all here. Thank you for participating in Cursor’s first Hackathon for R&amp;S!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I'm Jenna, R&amp;S’s dedicated account manager, and joining me today are Ryan Sudhakaran, our Field Engineer and Ryan Aznar, our AI Deployment Manager, who'll be hands-on with you throughout the build sessions,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Today’s focus will be around shipping real work from your backlog that will make it into production by end of day.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We're here to help you do that.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Let's kick things off.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cd31bff61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3cd31bff61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gi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gi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0] 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84050" y="660875"/>
            <a:ext cx="6977700" cy="1879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50"/>
              <a:buNone/>
              <a:defRPr sz="365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84050" y="2572259"/>
            <a:ext cx="6977700" cy="187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50"/>
              <a:buNone/>
              <a:defRPr sz="365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 sz="1000"/>
            </a:lvl1pPr>
            <a:lvl2pPr lvl="1">
              <a:buNone/>
              <a:defRPr sz="1000"/>
            </a:lvl2pPr>
            <a:lvl3pPr lvl="2">
              <a:buNone/>
              <a:defRPr sz="1000"/>
            </a:lvl3pPr>
            <a:lvl4pPr lvl="3">
              <a:buNone/>
              <a:defRPr sz="1000"/>
            </a:lvl4pPr>
            <a:lvl5pPr lvl="4">
              <a:buNone/>
              <a:defRPr sz="1000"/>
            </a:lvl5pPr>
            <a:lvl6pPr lvl="5">
              <a:buNone/>
              <a:defRPr sz="1000"/>
            </a:lvl6pPr>
            <a:lvl7pPr lvl="6">
              <a:buNone/>
              <a:defRPr sz="1000"/>
            </a:lvl7pPr>
            <a:lvl8pPr lvl="7">
              <a:buNone/>
              <a:defRPr sz="1000"/>
            </a:lvl8pPr>
            <a:lvl9pPr lvl="8">
              <a:buNone/>
              <a:defRPr sz="10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" name="Google Shape;13;p2" title="Frame 1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4050" y="374904"/>
            <a:ext cx="1166813" cy="285983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0*] Title">
  <p:cSld name="TITLE_2">
    <p:bg>
      <p:bgPr>
        <a:solidFill>
          <a:schemeClr val="accen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384050" y="667075"/>
            <a:ext cx="6977700" cy="1872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50"/>
              <a:buNone/>
              <a:defRPr sz="365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84050" y="2572259"/>
            <a:ext cx="6977700" cy="187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50"/>
              <a:buNone/>
              <a:defRPr sz="365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" name="Google Shape;19;p3" title="Frame 2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4050" y="378793"/>
            <a:ext cx="1166813" cy="28827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2a] Section Title">
  <p:cSld name="TITLE_2_1">
    <p:bg>
      <p:bgPr>
        <a:solidFill>
          <a:schemeClr val="accent2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4050" y="450150"/>
            <a:ext cx="6968100" cy="40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50"/>
              <a:buFont typeface="Helvetica Neue"/>
              <a:buNone/>
              <a:defRPr sz="36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2a*] Section Title">
  <p:cSld name="TITLE_2_1_1">
    <p:bg>
      <p:bgPr>
        <a:solidFill>
          <a:schemeClr val="accent1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84050" y="450150"/>
            <a:ext cx="6968100" cy="40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50"/>
              <a:buFont typeface="Helvetica Neue"/>
              <a:buNone/>
              <a:defRPr sz="36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2a**] Section Title">
  <p:cSld name="TITLE_2_1_1_3">
    <p:bg>
      <p:bgPr>
        <a:solidFill>
          <a:srgbClr val="F44E0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84050" y="450150"/>
            <a:ext cx="6968100" cy="40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50"/>
              <a:buFont typeface="Helvetica Neue"/>
              <a:buNone/>
              <a:defRPr sz="36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2b] Section Title Large">
  <p:cSld name="TITLE_2_1_1_2">
    <p:bg>
      <p:bgPr>
        <a:solidFill>
          <a:schemeClr val="accent2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84050" y="450150"/>
            <a:ext cx="6968100" cy="40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5050"/>
              <a:buFont typeface="Helvetica Neue"/>
              <a:buNone/>
              <a:defRPr sz="50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2b*] Section Title Large">
  <p:cSld name="TITLE_2_1_1_2_1">
    <p:bg>
      <p:bgPr>
        <a:solidFill>
          <a:schemeClr val="accent1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384050" y="450150"/>
            <a:ext cx="6968100" cy="40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50"/>
              <a:buFont typeface="Helvetica Neue"/>
              <a:buNone/>
              <a:defRPr sz="50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2b**] Section Title Large">
  <p:cSld name="TITLE_2_1_1_2_1_1">
    <p:bg>
      <p:bgPr>
        <a:solidFill>
          <a:srgbClr val="F44E0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384050" y="450150"/>
            <a:ext cx="6968100" cy="40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5050"/>
              <a:buFont typeface="Helvetica Neue"/>
              <a:buNone/>
              <a:defRPr sz="50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2c] Section Title + Subtitle">
  <p:cSld name="TITLE_2_1_1_1">
    <p:bg>
      <p:bgPr>
        <a:solidFill>
          <a:schemeClr val="accent2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ctrTitle"/>
          </p:nvPr>
        </p:nvSpPr>
        <p:spPr>
          <a:xfrm>
            <a:off x="384050" y="487399"/>
            <a:ext cx="6977700" cy="2052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50"/>
              <a:buNone/>
              <a:defRPr sz="365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Helvetica Neue"/>
              <a:buNone/>
              <a:defRPr sz="42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ubTitle" idx="1"/>
          </p:nvPr>
        </p:nvSpPr>
        <p:spPr>
          <a:xfrm>
            <a:off x="384050" y="2572249"/>
            <a:ext cx="6977700" cy="2052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50"/>
              <a:buNone/>
              <a:defRPr sz="365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2c*] Section Title + Subtitle">
  <p:cSld name="TITLE_2_1_1_1_1">
    <p:bg>
      <p:bgPr>
        <a:solidFill>
          <a:schemeClr val="accen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ctrTitle"/>
          </p:nvPr>
        </p:nvSpPr>
        <p:spPr>
          <a:xfrm>
            <a:off x="384050" y="487399"/>
            <a:ext cx="6977700" cy="2052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50"/>
              <a:buNone/>
              <a:defRPr sz="365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Font typeface="Helvetica Neue"/>
              <a:buNone/>
              <a:defRPr sz="420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subTitle" idx="1"/>
          </p:nvPr>
        </p:nvSpPr>
        <p:spPr>
          <a:xfrm>
            <a:off x="384050" y="2572256"/>
            <a:ext cx="6977700" cy="2052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50"/>
              <a:buNone/>
              <a:defRPr sz="365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1a] Blank">
  <p:cSld name="TITLE_2_1_1_1_1_2">
    <p:bg>
      <p:bgPr>
        <a:solidFill>
          <a:schemeClr val="accent2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1a*] Blank">
  <p:cSld name="TITLE_2_1_1_1_1_2_1">
    <p:bg>
      <p:bgPr>
        <a:solidFill>
          <a:schemeClr val="accent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1b] Blank Grid">
  <p:cSld name="TITLE_2_1_1_1_1_2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1b*] Blank Grid">
  <p:cSld name="TITLE_2_1_1_1_1_2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7a] Loading Animation">
  <p:cSld name="TITLE_2_1_1_1_1_1">
    <p:bg>
      <p:bgPr>
        <a:solidFill>
          <a:schemeClr val="accent1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6" title="LOADING_ANIMATION_BW_DARK_centered_12pct_1600x1000.gif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0" y="1142992"/>
            <a:ext cx="4572000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7b] End Animation">
  <p:cSld name="TITLE_2_1_1_1_1_1_2">
    <p:bg>
      <p:bgPr>
        <a:solidFill>
          <a:schemeClr val="accen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7" title="END_CARD_STATIC_B_W_DARK_16_9.gif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38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a] Title + Text">
  <p:cSld name="TITLE_2_1_1_1_1_1_1">
    <p:bg>
      <p:bgPr>
        <a:solidFill>
          <a:schemeClr val="accent2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None/>
              <a:defRPr sz="1800" b="1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69354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a*] Title + Text">
  <p:cSld name="TITLE_2_1_1_1_1_1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9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None/>
              <a:defRPr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69354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c] Title + Text 2-col">
  <p:cSld name="TITLE_2_1_1_1_1_1_1_1_1">
    <p:bg>
      <p:bgPr>
        <a:solidFill>
          <a:schemeClr val="accent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0"/>
          <p:cNvSpPr txBox="1">
            <a:spLocks noGrp="1"/>
          </p:cNvSpPr>
          <p:nvPr>
            <p:ph type="body" idx="1"/>
          </p:nvPr>
        </p:nvSpPr>
        <p:spPr>
          <a:xfrm>
            <a:off x="384050" y="1133850"/>
            <a:ext cx="4133100" cy="326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85" name="Google Shape;85;p20"/>
          <p:cNvSpPr txBox="1">
            <a:spLocks noGrp="1"/>
          </p:cNvSpPr>
          <p:nvPr>
            <p:ph type="body" idx="2"/>
          </p:nvPr>
        </p:nvSpPr>
        <p:spPr>
          <a:xfrm>
            <a:off x="4608576" y="1133856"/>
            <a:ext cx="4133100" cy="3657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Helvetica Neue"/>
              <a:buChar char="●"/>
              <a:defRPr sz="18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Helvetica Neue"/>
              <a:buChar char="○"/>
              <a:defRPr sz="18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Helvetica Neue"/>
              <a:buChar char="■"/>
              <a:defRPr sz="18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Helvetica Neue"/>
              <a:buChar char="●"/>
              <a:defRPr sz="18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Helvetica Neue"/>
              <a:buChar char="○"/>
              <a:defRPr sz="18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Helvetica Neue"/>
              <a:buChar char="■"/>
              <a:defRPr sz="18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Helvetica Neue"/>
              <a:buChar char="●"/>
              <a:defRPr sz="18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Helvetica Neue"/>
              <a:buChar char="○"/>
              <a:defRPr sz="18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Helvetica Neue"/>
              <a:buChar char="■"/>
              <a:defRPr sz="18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86" name="Google Shape;86;p20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87" name="Google Shape;87;p20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20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c*] Title + Text 2-col">
  <p:cSld name="TITLE_2_1_1_1_1_1_1_1_1_1">
    <p:bg>
      <p:bgPr>
        <a:solidFill>
          <a:schemeClr val="accent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1"/>
          <p:cNvSpPr txBox="1">
            <a:spLocks noGrp="1"/>
          </p:cNvSpPr>
          <p:nvPr>
            <p:ph type="body" idx="1"/>
          </p:nvPr>
        </p:nvSpPr>
        <p:spPr>
          <a:xfrm>
            <a:off x="384050" y="1133850"/>
            <a:ext cx="4133100" cy="326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2" name="Google Shape;92;p21"/>
          <p:cNvSpPr txBox="1">
            <a:spLocks noGrp="1"/>
          </p:cNvSpPr>
          <p:nvPr>
            <p:ph type="body" idx="2"/>
          </p:nvPr>
        </p:nvSpPr>
        <p:spPr>
          <a:xfrm>
            <a:off x="4608575" y="1133850"/>
            <a:ext cx="4133100" cy="365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3" name="Google Shape;93;p21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4" name="Google Shape;94;p21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21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21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d] Title + Text Small">
  <p:cSld name="TITLE_2_1_1_1_1_1_1_1_1_1_2">
    <p:bg>
      <p:bgPr>
        <a:solidFill>
          <a:schemeClr val="accent2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2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9" name="Google Shape;99;p22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22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None/>
              <a:defRPr sz="1800" b="1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1" name="Google Shape;101;p22"/>
          <p:cNvSpPr txBox="1">
            <a:spLocks noGrp="1"/>
          </p:cNvSpPr>
          <p:nvPr>
            <p:ph type="body" idx="2"/>
          </p:nvPr>
        </p:nvSpPr>
        <p:spPr>
          <a:xfrm>
            <a:off x="384050" y="1131100"/>
            <a:ext cx="69354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02" name="Google Shape;102;p22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d*] Title + Text Small">
  <p:cSld name="TITLE_2_1_1_1_1_1_1_1_1_1_2_1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05" name="Google Shape;105;p23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" name="Google Shape;106;p23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7" name="Google Shape;107;p23"/>
          <p:cNvSpPr txBox="1">
            <a:spLocks noGrp="1"/>
          </p:cNvSpPr>
          <p:nvPr>
            <p:ph type="body" idx="2"/>
          </p:nvPr>
        </p:nvSpPr>
        <p:spPr>
          <a:xfrm>
            <a:off x="384050" y="1131100"/>
            <a:ext cx="69354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08" name="Google Shape;108;p23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e] Title + Text Small 2-col">
  <p:cSld name="TITLE_2_1_1_1_1_1_1_1_1_1_2_1_1">
    <p:bg>
      <p:bgPr>
        <a:solidFill>
          <a:schemeClr val="accent2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4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" name="Google Shape;111;p24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24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None/>
              <a:defRPr sz="1800" b="1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13" name="Google Shape;113;p24"/>
          <p:cNvSpPr txBox="1">
            <a:spLocks noGrp="1"/>
          </p:cNvSpPr>
          <p:nvPr>
            <p:ph type="body" idx="2"/>
          </p:nvPr>
        </p:nvSpPr>
        <p:spPr>
          <a:xfrm>
            <a:off x="384050" y="1131100"/>
            <a:ext cx="41331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14" name="Google Shape;114;p24"/>
          <p:cNvSpPr txBox="1">
            <a:spLocks noGrp="1"/>
          </p:cNvSpPr>
          <p:nvPr>
            <p:ph type="body" idx="3"/>
          </p:nvPr>
        </p:nvSpPr>
        <p:spPr>
          <a:xfrm>
            <a:off x="4608576" y="1131100"/>
            <a:ext cx="41331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15" name="Google Shape;115;p24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e*] Title + Text Small 2-col">
  <p:cSld name="TITLE_2_1_1_1_1_1_1_1_1_1_2_1_1_1">
    <p:bg>
      <p:bgPr>
        <a:solidFill>
          <a:schemeClr val="accent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5"/>
          <p:cNvSpPr txBox="1">
            <a:spLocks noGrp="1"/>
          </p:cNvSpPr>
          <p:nvPr>
            <p:ph type="body" idx="1"/>
          </p:nvPr>
        </p:nvSpPr>
        <p:spPr>
          <a:xfrm>
            <a:off x="384050" y="1133850"/>
            <a:ext cx="4133100" cy="326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18" name="Google Shape;118;p25"/>
          <p:cNvSpPr txBox="1">
            <a:spLocks noGrp="1"/>
          </p:cNvSpPr>
          <p:nvPr>
            <p:ph type="body" idx="2"/>
          </p:nvPr>
        </p:nvSpPr>
        <p:spPr>
          <a:xfrm>
            <a:off x="4608575" y="1133850"/>
            <a:ext cx="4133100" cy="365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19" name="Google Shape;119;p25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Helvetica Neue"/>
              <a:buNone/>
              <a:defRPr sz="21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20" name="Google Shape;120;p25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25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25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f] Text">
  <p:cSld name="TITLE_2_1_1_1_1_1_1_1_1_1_1">
    <p:bg>
      <p:bgPr>
        <a:solidFill>
          <a:schemeClr val="accent2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 txBox="1">
            <a:spLocks noGrp="1"/>
          </p:cNvSpPr>
          <p:nvPr>
            <p:ph type="body" idx="1"/>
          </p:nvPr>
        </p:nvSpPr>
        <p:spPr>
          <a:xfrm>
            <a:off x="384050" y="384050"/>
            <a:ext cx="69312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25" name="Google Shape;125;p26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6" name="Google Shape;126;p26"/>
          <p:cNvSpPr txBox="1">
            <a:spLocks noGrp="1"/>
          </p:cNvSpPr>
          <p:nvPr>
            <p:ph type="body" idx="2"/>
          </p:nvPr>
        </p:nvSpPr>
        <p:spPr>
          <a:xfrm>
            <a:off x="384050" y="4398350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27" name="Google Shape;127;p26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f*] Text">
  <p:cSld name="TITLE_2_1_1_1_1_1_1_1_1_1_1_1">
    <p:bg>
      <p:bgPr>
        <a:solidFill>
          <a:schemeClr val="accent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7"/>
          <p:cNvSpPr txBox="1">
            <a:spLocks noGrp="1"/>
          </p:cNvSpPr>
          <p:nvPr>
            <p:ph type="body" idx="1"/>
          </p:nvPr>
        </p:nvSpPr>
        <p:spPr>
          <a:xfrm>
            <a:off x="384050" y="384050"/>
            <a:ext cx="69312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30" name="Google Shape;130;p27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1" name="Google Shape;131;p27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2" name="Google Shape;132;p27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g] Text Large">
  <p:cSld name="TITLE_2_1_1_1_1_1_1_1_1_1_1_1_1">
    <p:bg>
      <p:bgPr>
        <a:solidFill>
          <a:schemeClr val="accent2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8"/>
          <p:cNvSpPr txBox="1">
            <a:spLocks noGrp="1"/>
          </p:cNvSpPr>
          <p:nvPr>
            <p:ph type="body" idx="1"/>
          </p:nvPr>
        </p:nvSpPr>
        <p:spPr>
          <a:xfrm>
            <a:off x="384050" y="384050"/>
            <a:ext cx="69312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●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○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■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●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○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■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●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○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■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35" name="Google Shape;135;p28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6" name="Google Shape;136;p28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28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g*] Text Large">
  <p:cSld name="TITLE_2_1_1_1_1_1_1_1_1_1_1_1_1_1">
    <p:bg>
      <p:bgPr>
        <a:solidFill>
          <a:schemeClr val="accent1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9"/>
          <p:cNvSpPr txBox="1">
            <a:spLocks noGrp="1"/>
          </p:cNvSpPr>
          <p:nvPr>
            <p:ph type="body" idx="1"/>
          </p:nvPr>
        </p:nvSpPr>
        <p:spPr>
          <a:xfrm>
            <a:off x="384050" y="384050"/>
            <a:ext cx="69312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40" name="Google Shape;140;p29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1" name="Google Shape;141;p29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2" name="Google Shape;142;p29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h] Text Small">
  <p:cSld name="TITLE_2_1_1_1_1_1_1_1_1_1_1_1_1_1_1">
    <p:bg>
      <p:bgPr>
        <a:solidFill>
          <a:schemeClr val="accent2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0"/>
          <p:cNvSpPr txBox="1">
            <a:spLocks noGrp="1"/>
          </p:cNvSpPr>
          <p:nvPr>
            <p:ph type="body" idx="1"/>
          </p:nvPr>
        </p:nvSpPr>
        <p:spPr>
          <a:xfrm>
            <a:off x="384050" y="384050"/>
            <a:ext cx="69312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45" name="Google Shape;145;p30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6" name="Google Shape;146;p30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30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h*] Text Small">
  <p:cSld name="TITLE_2_1_1_1_1_1_1_1_1_1_1_1_1_1_1_1">
    <p:bg>
      <p:bgPr>
        <a:solidFill>
          <a:schemeClr val="accent1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1"/>
          <p:cNvSpPr txBox="1">
            <a:spLocks noGrp="1"/>
          </p:cNvSpPr>
          <p:nvPr>
            <p:ph type="body" idx="1"/>
          </p:nvPr>
        </p:nvSpPr>
        <p:spPr>
          <a:xfrm>
            <a:off x="384050" y="384050"/>
            <a:ext cx="69312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50" name="Google Shape;150;p31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1" name="Google Shape;151;p31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2" name="Google Shape;152;p31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6] Big Number">
  <p:cSld name="TITLE_2_1_1_1_1_1_1_1_1_1_1_1_1_1_1_1_1">
    <p:bg>
      <p:bgPr>
        <a:solidFill>
          <a:schemeClr val="accent2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0"/>
              <a:buFont typeface="Helvetica Neue Light"/>
              <a:buNone/>
              <a:defRPr sz="9000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5" name="Google Shape;155;p3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56" name="Google Shape;156;p32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7" name="Google Shape;157;p32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32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6*] Big Number">
  <p:cSld name="TITLE_2_1_1_1_1_1_1_1_1_1_1_1_1_1_1_1_1_1">
    <p:bg>
      <p:bgPr>
        <a:solidFill>
          <a:schemeClr val="accen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Helvetica Neue Light"/>
              <a:buNone/>
              <a:defRPr sz="9000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1" name="Google Shape;161;p3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62" name="Google Shape;162;p33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3" name="Google Shape;163;p33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33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4a] Title + Image">
  <p:cSld name="TITLE_2_1_1_1_1_1_1_1_1_1_1_1_1_1_1_1_1_1_1">
    <p:bg>
      <p:bgPr>
        <a:solidFill>
          <a:schemeClr val="accent2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4"/>
          <p:cNvSpPr txBox="1">
            <a:spLocks noGrp="1"/>
          </p:cNvSpPr>
          <p:nvPr>
            <p:ph type="title"/>
          </p:nvPr>
        </p:nvSpPr>
        <p:spPr>
          <a:xfrm>
            <a:off x="384048" y="384048"/>
            <a:ext cx="6931200" cy="46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34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8357700" cy="3657600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34"/>
          <p:cNvSpPr txBox="1">
            <a:spLocks noGrp="1"/>
          </p:cNvSpPr>
          <p:nvPr>
            <p:ph type="body" idx="1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4a*] Title + Image">
  <p:cSld name="TITLE_2_1_1_1_1_1_1_1_1_1_1_1_1_1_1_1_1_1_1_1">
    <p:bg>
      <p:bgPr>
        <a:solidFill>
          <a:schemeClr val="accent1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5"/>
          <p:cNvSpPr txBox="1">
            <a:spLocks noGrp="1"/>
          </p:cNvSpPr>
          <p:nvPr>
            <p:ph type="title"/>
          </p:nvPr>
        </p:nvSpPr>
        <p:spPr>
          <a:xfrm>
            <a:off x="384048" y="384048"/>
            <a:ext cx="6931200" cy="46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35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8357700" cy="3657600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35"/>
          <p:cNvSpPr txBox="1">
            <a:spLocks noGrp="1"/>
          </p:cNvSpPr>
          <p:nvPr>
            <p:ph type="body" idx="1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4b] Title + Image 2-up">
  <p:cSld name="TITLE_2_1_1_1_1_1_1_1_1_1_1_1_1_1_1_1_1_1_1_1_1">
    <p:bg>
      <p:bgPr>
        <a:solidFill>
          <a:schemeClr val="accent2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6"/>
          <p:cNvSpPr txBox="1">
            <a:spLocks noGrp="1"/>
          </p:cNvSpPr>
          <p:nvPr>
            <p:ph type="title"/>
          </p:nvPr>
        </p:nvSpPr>
        <p:spPr>
          <a:xfrm>
            <a:off x="384048" y="384048"/>
            <a:ext cx="6931200" cy="46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36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4133100" cy="3657600"/>
          </a:xfrm>
          <a:prstGeom prst="rect">
            <a:avLst/>
          </a:prstGeom>
          <a:noFill/>
          <a:ln>
            <a:noFill/>
          </a:ln>
        </p:spPr>
      </p:sp>
      <p:sp>
        <p:nvSpPr>
          <p:cNvPr id="176" name="Google Shape;176;p36"/>
          <p:cNvSpPr>
            <a:spLocks noGrp="1"/>
          </p:cNvSpPr>
          <p:nvPr>
            <p:ph type="pic" idx="3"/>
          </p:nvPr>
        </p:nvSpPr>
        <p:spPr>
          <a:xfrm>
            <a:off x="4608576" y="1133856"/>
            <a:ext cx="4133100" cy="3657600"/>
          </a:xfrm>
          <a:prstGeom prst="rect">
            <a:avLst/>
          </a:prstGeom>
          <a:noFill/>
          <a:ln>
            <a:noFill/>
          </a:ln>
        </p:spPr>
      </p:sp>
      <p:sp>
        <p:nvSpPr>
          <p:cNvPr id="177" name="Google Shape;177;p36"/>
          <p:cNvSpPr txBox="1">
            <a:spLocks noGrp="1"/>
          </p:cNvSpPr>
          <p:nvPr>
            <p:ph type="body" idx="1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4b*] Title + Image 2-up">
  <p:cSld name="TITLE_2_1_1_1_1_1_1_1_1_1_1_1_1_1_1_1_1_1_1_1_1_1">
    <p:bg>
      <p:bgPr>
        <a:solidFill>
          <a:schemeClr val="accent1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7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4133100" cy="3657600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37"/>
          <p:cNvSpPr>
            <a:spLocks noGrp="1"/>
          </p:cNvSpPr>
          <p:nvPr>
            <p:ph type="pic" idx="3"/>
          </p:nvPr>
        </p:nvSpPr>
        <p:spPr>
          <a:xfrm>
            <a:off x="4608576" y="1133856"/>
            <a:ext cx="4133100" cy="3657600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37"/>
          <p:cNvSpPr txBox="1">
            <a:spLocks noGrp="1"/>
          </p:cNvSpPr>
          <p:nvPr>
            <p:ph type="title"/>
          </p:nvPr>
        </p:nvSpPr>
        <p:spPr>
          <a:xfrm>
            <a:off x="384048" y="384048"/>
            <a:ext cx="6931200" cy="46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37"/>
          <p:cNvSpPr txBox="1">
            <a:spLocks noGrp="1"/>
          </p:cNvSpPr>
          <p:nvPr>
            <p:ph type="body" idx="1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4c] Image + Caption">
  <p:cSld name="TITLE_2_1_1_1_1_1_1_1_1_1_1_1_1_1_1_1_1_1_1_1_1_1_1">
    <p:bg>
      <p:bgPr>
        <a:solidFill>
          <a:schemeClr val="accent2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8"/>
          <p:cNvSpPr>
            <a:spLocks noGrp="1"/>
          </p:cNvSpPr>
          <p:nvPr>
            <p:ph type="pic" idx="2"/>
          </p:nvPr>
        </p:nvSpPr>
        <p:spPr>
          <a:xfrm>
            <a:off x="384050" y="384050"/>
            <a:ext cx="8357700" cy="401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5" name="Google Shape;185;p38"/>
          <p:cNvSpPr txBox="1">
            <a:spLocks noGrp="1"/>
          </p:cNvSpPr>
          <p:nvPr>
            <p:ph type="body" idx="1"/>
          </p:nvPr>
        </p:nvSpPr>
        <p:spPr>
          <a:xfrm>
            <a:off x="384050" y="4186777"/>
            <a:ext cx="695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86" name="Google Shape;186;p38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4c*] Image + Caption">
  <p:cSld name="TITLE_2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9"/>
          <p:cNvSpPr>
            <a:spLocks noGrp="1"/>
          </p:cNvSpPr>
          <p:nvPr>
            <p:ph type="pic" idx="2"/>
          </p:nvPr>
        </p:nvSpPr>
        <p:spPr>
          <a:xfrm>
            <a:off x="384050" y="384050"/>
            <a:ext cx="8357700" cy="401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9" name="Google Shape;189;p39"/>
          <p:cNvSpPr txBox="1">
            <a:spLocks noGrp="1"/>
          </p:cNvSpPr>
          <p:nvPr>
            <p:ph type="body" idx="1"/>
          </p:nvPr>
        </p:nvSpPr>
        <p:spPr>
          <a:xfrm>
            <a:off x="384050" y="4186777"/>
            <a:ext cx="695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0" name="Google Shape;190;p39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4d] Image + Caption 2-up">
  <p:cSld name="TITLE_2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0"/>
          <p:cNvSpPr>
            <a:spLocks noGrp="1"/>
          </p:cNvSpPr>
          <p:nvPr>
            <p:ph type="pic" idx="2"/>
          </p:nvPr>
        </p:nvSpPr>
        <p:spPr>
          <a:xfrm>
            <a:off x="384050" y="384050"/>
            <a:ext cx="4133100" cy="4014300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40"/>
          <p:cNvSpPr>
            <a:spLocks noGrp="1"/>
          </p:cNvSpPr>
          <p:nvPr>
            <p:ph type="pic" idx="3"/>
          </p:nvPr>
        </p:nvSpPr>
        <p:spPr>
          <a:xfrm>
            <a:off x="4605275" y="384050"/>
            <a:ext cx="4133100" cy="4014300"/>
          </a:xfrm>
          <a:prstGeom prst="rect">
            <a:avLst/>
          </a:prstGeom>
          <a:noFill/>
          <a:ln>
            <a:noFill/>
          </a:ln>
        </p:spPr>
      </p:sp>
      <p:sp>
        <p:nvSpPr>
          <p:cNvPr id="194" name="Google Shape;194;p40"/>
          <p:cNvSpPr txBox="1">
            <a:spLocks noGrp="1"/>
          </p:cNvSpPr>
          <p:nvPr>
            <p:ph type="body" idx="1"/>
          </p:nvPr>
        </p:nvSpPr>
        <p:spPr>
          <a:xfrm>
            <a:off x="384050" y="4186775"/>
            <a:ext cx="413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40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40"/>
          <p:cNvSpPr txBox="1">
            <a:spLocks noGrp="1"/>
          </p:cNvSpPr>
          <p:nvPr>
            <p:ph type="body" idx="4"/>
          </p:nvPr>
        </p:nvSpPr>
        <p:spPr>
          <a:xfrm>
            <a:off x="4605275" y="4186775"/>
            <a:ext cx="413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4d*] Image + Caption 2-up">
  <p:cSld name="TITLE_2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1"/>
          <p:cNvSpPr>
            <a:spLocks noGrp="1"/>
          </p:cNvSpPr>
          <p:nvPr>
            <p:ph type="pic" idx="2"/>
          </p:nvPr>
        </p:nvSpPr>
        <p:spPr>
          <a:xfrm>
            <a:off x="384050" y="384050"/>
            <a:ext cx="4133100" cy="4014300"/>
          </a:xfrm>
          <a:prstGeom prst="rect">
            <a:avLst/>
          </a:prstGeom>
          <a:noFill/>
          <a:ln>
            <a:noFill/>
          </a:ln>
        </p:spPr>
      </p:sp>
      <p:sp>
        <p:nvSpPr>
          <p:cNvPr id="199" name="Google Shape;199;p41"/>
          <p:cNvSpPr>
            <a:spLocks noGrp="1"/>
          </p:cNvSpPr>
          <p:nvPr>
            <p:ph type="pic" idx="3"/>
          </p:nvPr>
        </p:nvSpPr>
        <p:spPr>
          <a:xfrm>
            <a:off x="4605275" y="384050"/>
            <a:ext cx="4133100" cy="4014300"/>
          </a:xfrm>
          <a:prstGeom prst="rect">
            <a:avLst/>
          </a:prstGeom>
          <a:noFill/>
          <a:ln>
            <a:noFill/>
          </a:ln>
        </p:spPr>
      </p:sp>
      <p:sp>
        <p:nvSpPr>
          <p:cNvPr id="200" name="Google Shape;200;p41"/>
          <p:cNvSpPr txBox="1">
            <a:spLocks noGrp="1"/>
          </p:cNvSpPr>
          <p:nvPr>
            <p:ph type="body" idx="1"/>
          </p:nvPr>
        </p:nvSpPr>
        <p:spPr>
          <a:xfrm>
            <a:off x="384050" y="4186775"/>
            <a:ext cx="413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41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2" name="Google Shape;202;p41"/>
          <p:cNvSpPr txBox="1">
            <a:spLocks noGrp="1"/>
          </p:cNvSpPr>
          <p:nvPr>
            <p:ph type="body" idx="4"/>
          </p:nvPr>
        </p:nvSpPr>
        <p:spPr>
          <a:xfrm>
            <a:off x="4605275" y="4186775"/>
            <a:ext cx="413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a] Title + Text + Image 1:1">
  <p:cSld name="TITLE_2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2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None/>
              <a:defRPr sz="1800" b="1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5" name="Google Shape;205;p42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3840600" cy="305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06" name="Google Shape;206;p42"/>
          <p:cNvSpPr txBox="1">
            <a:spLocks noGrp="1"/>
          </p:cNvSpPr>
          <p:nvPr>
            <p:ph type="body" idx="2"/>
          </p:nvPr>
        </p:nvSpPr>
        <p:spPr>
          <a:xfrm>
            <a:off x="384050" y="4186775"/>
            <a:ext cx="413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07" name="Google Shape;207;p42"/>
          <p:cNvSpPr>
            <a:spLocks noGrp="1"/>
          </p:cNvSpPr>
          <p:nvPr>
            <p:ph type="pic" idx="3"/>
          </p:nvPr>
        </p:nvSpPr>
        <p:spPr>
          <a:xfrm>
            <a:off x="4605275" y="1131100"/>
            <a:ext cx="41331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08" name="Google Shape;208;p42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a*] Title + Text + Image 1:1">
  <p:cSld name="TITLE_2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3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None/>
              <a:defRPr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1" name="Google Shape;211;p43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38406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12" name="Google Shape;212;p43"/>
          <p:cNvSpPr>
            <a:spLocks noGrp="1"/>
          </p:cNvSpPr>
          <p:nvPr>
            <p:ph type="pic" idx="2"/>
          </p:nvPr>
        </p:nvSpPr>
        <p:spPr>
          <a:xfrm>
            <a:off x="4605275" y="1131100"/>
            <a:ext cx="41331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13" name="Google Shape;213;p43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43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b] Title + Text Small + Image 1:1">
  <p:cSld name="TITLE_2_1_1_1_1_1_1_1_1_1_1_1_1_1_1_1_1_1_1_1_1_1_1_1_1_1_1_1_4">
    <p:bg>
      <p:bgPr>
        <a:solidFill>
          <a:schemeClr val="accent2"/>
        </a:soli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44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None/>
              <a:defRPr sz="1800" b="1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17" name="Google Shape;217;p44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3840600" cy="305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18" name="Google Shape;218;p44"/>
          <p:cNvSpPr txBox="1">
            <a:spLocks noGrp="1"/>
          </p:cNvSpPr>
          <p:nvPr>
            <p:ph type="body" idx="2"/>
          </p:nvPr>
        </p:nvSpPr>
        <p:spPr>
          <a:xfrm>
            <a:off x="384050" y="4186775"/>
            <a:ext cx="413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19" name="Google Shape;219;p44"/>
          <p:cNvSpPr>
            <a:spLocks noGrp="1"/>
          </p:cNvSpPr>
          <p:nvPr>
            <p:ph type="pic" idx="3"/>
          </p:nvPr>
        </p:nvSpPr>
        <p:spPr>
          <a:xfrm>
            <a:off x="4605275" y="1131100"/>
            <a:ext cx="41331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44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b*] Title + Text Small + Image 1:1">
  <p:cSld name="TITLE_2_1_1_1_1_1_1_1_1_1_1_1_1_1_1_1_1_1_1_1_1_1_1_1_1_1_1_1_4_1">
    <p:bg>
      <p:bgPr>
        <a:solidFill>
          <a:schemeClr val="accent1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5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None/>
              <a:defRPr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3" name="Google Shape;223;p45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38406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24" name="Google Shape;224;p45"/>
          <p:cNvSpPr>
            <a:spLocks noGrp="1"/>
          </p:cNvSpPr>
          <p:nvPr>
            <p:ph type="pic" idx="2"/>
          </p:nvPr>
        </p:nvSpPr>
        <p:spPr>
          <a:xfrm>
            <a:off x="4605275" y="1131100"/>
            <a:ext cx="41331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45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45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c] Title + Image + Text">
  <p:cSld name="TITLE_2_1_1_1_1_1_1_1_1_1_1_1_1_1_1_1_1_1_1_1_1_1_1_1_1_1_1_1_3">
    <p:bg>
      <p:bgPr>
        <a:solidFill>
          <a:schemeClr val="accent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6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None/>
              <a:defRPr sz="18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29" name="Google Shape;229;p46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41331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30" name="Google Shape;230;p46"/>
          <p:cNvSpPr txBox="1">
            <a:spLocks noGrp="1"/>
          </p:cNvSpPr>
          <p:nvPr>
            <p:ph type="body" idx="1"/>
          </p:nvPr>
        </p:nvSpPr>
        <p:spPr>
          <a:xfrm>
            <a:off x="4901184" y="1133849"/>
            <a:ext cx="3840600" cy="362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●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○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■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●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○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■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●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○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■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31" name="Google Shape;231;p46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2" name="Google Shape;232;p46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c*] Title + Image + Text">
  <p:cSld name="TITLE_2_1_1_1_1_1_1_1_1_1_1_1_1_1_1_1_1_1_1_1_1_1_1_1_1_1_1_1_3_1">
    <p:bg>
      <p:bgPr>
        <a:solidFill>
          <a:schemeClr val="accent1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7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None/>
              <a:defRPr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35" name="Google Shape;235;p47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41331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47"/>
          <p:cNvSpPr txBox="1">
            <a:spLocks noGrp="1"/>
          </p:cNvSpPr>
          <p:nvPr>
            <p:ph type="body" idx="1"/>
          </p:nvPr>
        </p:nvSpPr>
        <p:spPr>
          <a:xfrm>
            <a:off x="4901125" y="1133849"/>
            <a:ext cx="3840600" cy="362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37" name="Google Shape;237;p47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8" name="Google Shape;238;p47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d] Title + Image + Text Small">
  <p:cSld name="TITLE_2_1_1_1_1_1_1_1_1_1_1_1_1_1_1_1_1_1_1_1_1_1_1_1_1_1_1_1_3_1_1">
    <p:bg>
      <p:bgPr>
        <a:solidFill>
          <a:schemeClr val="accent2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8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None/>
              <a:defRPr sz="18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1" name="Google Shape;241;p48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41331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48"/>
          <p:cNvSpPr txBox="1">
            <a:spLocks noGrp="1"/>
          </p:cNvSpPr>
          <p:nvPr>
            <p:ph type="body" idx="1"/>
          </p:nvPr>
        </p:nvSpPr>
        <p:spPr>
          <a:xfrm>
            <a:off x="4901184" y="1133849"/>
            <a:ext cx="3840600" cy="362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43" name="Google Shape;243;p48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48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d*] Title + Image + Text Small">
  <p:cSld name="TITLE_2_1_1_1_1_1_1_1_1_1_1_1_1_1_1_1_1_1_1_1_1_1_1_1_1_1_1_1_3_1_1_1">
    <p:bg>
      <p:bgPr>
        <a:solidFill>
          <a:schemeClr val="accent1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9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None/>
              <a:defRPr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49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41331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48" name="Google Shape;248;p49"/>
          <p:cNvSpPr txBox="1">
            <a:spLocks noGrp="1"/>
          </p:cNvSpPr>
          <p:nvPr>
            <p:ph type="body" idx="1"/>
          </p:nvPr>
        </p:nvSpPr>
        <p:spPr>
          <a:xfrm>
            <a:off x="4901125" y="1133849"/>
            <a:ext cx="3840600" cy="362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49" name="Google Shape;249;p49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0" name="Google Shape;250;p49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e] Title + Text + Image 1:2">
  <p:cSld name="TITLE_2_1_1_1_1_1_1_1_1_1_1_1_1_1_1_1_1_1_1_1_1_1_1_1_1_1_1_1_2">
    <p:bg>
      <p:bgPr>
        <a:solidFill>
          <a:schemeClr val="accent2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50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None/>
              <a:defRPr sz="18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53" name="Google Shape;253;p50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24414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54" name="Google Shape;254;p50"/>
          <p:cNvSpPr>
            <a:spLocks noGrp="1"/>
          </p:cNvSpPr>
          <p:nvPr>
            <p:ph type="pic" idx="2"/>
          </p:nvPr>
        </p:nvSpPr>
        <p:spPr>
          <a:xfrm>
            <a:off x="3210000" y="1131100"/>
            <a:ext cx="55284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50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50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e*] Title + Text + Image 1:2">
  <p:cSld name="TITLE_2_1_1_1_1_1_1_1_1_1_1_1_1_1_1_1_1_1_1_1_1_1_1_1_1_1_1_1_2_1">
    <p:bg>
      <p:bgPr>
        <a:solidFill>
          <a:schemeClr val="accent1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51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None/>
              <a:defRPr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51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24414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60" name="Google Shape;260;p51"/>
          <p:cNvSpPr>
            <a:spLocks noGrp="1"/>
          </p:cNvSpPr>
          <p:nvPr>
            <p:ph type="pic" idx="2"/>
          </p:nvPr>
        </p:nvSpPr>
        <p:spPr>
          <a:xfrm>
            <a:off x="3210000" y="1131100"/>
            <a:ext cx="55284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51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51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f] Title + Text Small + Image 1:2">
  <p:cSld name="TITLE_2_1_1_1_1_1_1_1_1_1_1_1_1_1_1_1_1_1_1_1_1_1_1_1_1_1_1_1_2_1_2">
    <p:bg>
      <p:bgPr>
        <a:solidFill>
          <a:schemeClr val="accent2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52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None/>
              <a:defRPr sz="18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65" name="Google Shape;265;p52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24414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66" name="Google Shape;266;p52"/>
          <p:cNvSpPr>
            <a:spLocks noGrp="1"/>
          </p:cNvSpPr>
          <p:nvPr>
            <p:ph type="pic" idx="2"/>
          </p:nvPr>
        </p:nvSpPr>
        <p:spPr>
          <a:xfrm>
            <a:off x="3210000" y="1131100"/>
            <a:ext cx="55284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52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8" name="Google Shape;268;p52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f*] Title + Text Small + Image 1:2">
  <p:cSld name="TITLE_2_1_1_1_1_1_1_1_1_1_1_1_1_1_1_1_1_1_1_1_1_1_1_1_1_1_1_1_2_1_2_1">
    <p:bg>
      <p:bgPr>
        <a:solidFill>
          <a:schemeClr val="accent1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3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None/>
              <a:defRPr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53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24414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72" name="Google Shape;272;p53"/>
          <p:cNvSpPr>
            <a:spLocks noGrp="1"/>
          </p:cNvSpPr>
          <p:nvPr>
            <p:ph type="pic" idx="2"/>
          </p:nvPr>
        </p:nvSpPr>
        <p:spPr>
          <a:xfrm>
            <a:off x="3210000" y="1131100"/>
            <a:ext cx="55284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73" name="Google Shape;273;p53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4" name="Google Shape;274;p53"/>
          <p:cNvSpPr txBox="1">
            <a:spLocks noGrp="1"/>
          </p:cNvSpPr>
          <p:nvPr>
            <p:ph type="body" idx="4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g] Title + Image + Text 2:1">
  <p:cSld name="TITLE_2_1_1_1_1_1_1_1_1_1_1_1_1_1_1_1_1_1_1_1_1_1_1_1_1_1_1_1_2_1_1">
    <p:bg>
      <p:bgPr>
        <a:solidFill>
          <a:schemeClr val="accent2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54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None/>
              <a:defRPr sz="18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7" name="Google Shape;277;p54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55284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78" name="Google Shape;278;p54"/>
          <p:cNvSpPr txBox="1">
            <a:spLocks noGrp="1"/>
          </p:cNvSpPr>
          <p:nvPr>
            <p:ph type="body" idx="1"/>
          </p:nvPr>
        </p:nvSpPr>
        <p:spPr>
          <a:xfrm>
            <a:off x="6297000" y="1133849"/>
            <a:ext cx="2441400" cy="362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79" name="Google Shape;279;p54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0" name="Google Shape;280;p54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g*] Title + Image + Text 2:1">
  <p:cSld name="TITLE_2_1_1_1_1_1_1_1_1_1_1_1_1_1_1_1_1_1_1_1_1_1_1_1_1_1_1_1_2_1_1_1">
    <p:bg>
      <p:bgPr>
        <a:solidFill>
          <a:schemeClr val="accent1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5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None/>
              <a:defRPr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3" name="Google Shape;283;p55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55284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84" name="Google Shape;284;p55"/>
          <p:cNvSpPr txBox="1">
            <a:spLocks noGrp="1"/>
          </p:cNvSpPr>
          <p:nvPr>
            <p:ph type="body" idx="1"/>
          </p:nvPr>
        </p:nvSpPr>
        <p:spPr>
          <a:xfrm>
            <a:off x="6297000" y="1133849"/>
            <a:ext cx="2441400" cy="362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85" name="Google Shape;285;p55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6" name="Google Shape;286;p55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h] Title + Image + Text Small 2:1">
  <p:cSld name="TITLE_2_1_1_1_1_1_1_1_1_1_1_1_1_1_1_1_1_1_1_1_1_1_1_1_1_1_1_1_2_1_1_1_1">
    <p:bg>
      <p:bgPr>
        <a:solidFill>
          <a:schemeClr val="accent2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6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None/>
              <a:defRPr sz="18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89" name="Google Shape;289;p56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55284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90" name="Google Shape;290;p56"/>
          <p:cNvSpPr txBox="1">
            <a:spLocks noGrp="1"/>
          </p:cNvSpPr>
          <p:nvPr>
            <p:ph type="body" idx="1"/>
          </p:nvPr>
        </p:nvSpPr>
        <p:spPr>
          <a:xfrm>
            <a:off x="6297000" y="1133849"/>
            <a:ext cx="2441400" cy="362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91" name="Google Shape;291;p56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2" name="Google Shape;292;p56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0h*] Title + Image + Text Small 2:1">
  <p:cSld name="TITLE_2_1_1_1_1_1_1_1_1_1_1_1_1_1_1_1_1_1_1_1_1_1_1_1_1_1_1_1_2_1_1_1_1_1">
    <p:bg>
      <p:bgPr>
        <a:solidFill>
          <a:schemeClr val="accent1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7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12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None/>
              <a:defRPr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57"/>
          <p:cNvSpPr>
            <a:spLocks noGrp="1"/>
          </p:cNvSpPr>
          <p:nvPr>
            <p:ph type="pic" idx="2"/>
          </p:nvPr>
        </p:nvSpPr>
        <p:spPr>
          <a:xfrm>
            <a:off x="384050" y="1133856"/>
            <a:ext cx="5528400" cy="3623700"/>
          </a:xfrm>
          <a:prstGeom prst="rect">
            <a:avLst/>
          </a:prstGeom>
          <a:noFill/>
          <a:ln>
            <a:noFill/>
          </a:ln>
        </p:spPr>
      </p:sp>
      <p:sp>
        <p:nvSpPr>
          <p:cNvPr id="296" name="Google Shape;296;p57"/>
          <p:cNvSpPr txBox="1">
            <a:spLocks noGrp="1"/>
          </p:cNvSpPr>
          <p:nvPr>
            <p:ph type="body" idx="1"/>
          </p:nvPr>
        </p:nvSpPr>
        <p:spPr>
          <a:xfrm>
            <a:off x="6297000" y="1133849"/>
            <a:ext cx="2441400" cy="362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97" name="Google Shape;297;p57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8" name="Google Shape;298;p57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a] Text + Image">
  <p:cSld name="TITLE_2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58"/>
          <p:cNvSpPr txBox="1">
            <a:spLocks noGrp="1"/>
          </p:cNvSpPr>
          <p:nvPr>
            <p:ph type="body" idx="1"/>
          </p:nvPr>
        </p:nvSpPr>
        <p:spPr>
          <a:xfrm>
            <a:off x="384050" y="384100"/>
            <a:ext cx="3840600" cy="3802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01" name="Google Shape;301;p58"/>
          <p:cNvSpPr>
            <a:spLocks noGrp="1"/>
          </p:cNvSpPr>
          <p:nvPr>
            <p:ph type="pic" idx="2"/>
          </p:nvPr>
        </p:nvSpPr>
        <p:spPr>
          <a:xfrm>
            <a:off x="4605275" y="384050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58"/>
          <p:cNvSpPr txBox="1">
            <a:spLocks noGrp="1"/>
          </p:cNvSpPr>
          <p:nvPr>
            <p:ph type="body" idx="3"/>
          </p:nvPr>
        </p:nvSpPr>
        <p:spPr>
          <a:xfrm>
            <a:off x="384050" y="4186775"/>
            <a:ext cx="413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a*] Text + Image">
  <p:cSld name="TITLE_2_1_1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9"/>
          <p:cNvSpPr txBox="1">
            <a:spLocks noGrp="1"/>
          </p:cNvSpPr>
          <p:nvPr>
            <p:ph type="body" idx="1"/>
          </p:nvPr>
        </p:nvSpPr>
        <p:spPr>
          <a:xfrm>
            <a:off x="384050" y="384100"/>
            <a:ext cx="38406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05" name="Google Shape;305;p59"/>
          <p:cNvSpPr>
            <a:spLocks noGrp="1"/>
          </p:cNvSpPr>
          <p:nvPr>
            <p:ph type="pic" idx="2"/>
          </p:nvPr>
        </p:nvSpPr>
        <p:spPr>
          <a:xfrm>
            <a:off x="4605275" y="384050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9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b] Text + Image Small">
  <p:cSld name="TITLE_2_1_1_1_1_1_1_1_1_1_1_1_1_1_1_1_1_1_1_1_1_1_1_1_1_1_1_1_1_1_4">
    <p:bg>
      <p:bgPr>
        <a:solidFill>
          <a:schemeClr val="accent2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0"/>
          <p:cNvSpPr>
            <a:spLocks noGrp="1"/>
          </p:cNvSpPr>
          <p:nvPr>
            <p:ph type="pic" idx="2"/>
          </p:nvPr>
        </p:nvSpPr>
        <p:spPr>
          <a:xfrm>
            <a:off x="4605275" y="384050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09" name="Google Shape;309;p60"/>
          <p:cNvSpPr txBox="1">
            <a:spLocks noGrp="1"/>
          </p:cNvSpPr>
          <p:nvPr>
            <p:ph type="body" idx="1"/>
          </p:nvPr>
        </p:nvSpPr>
        <p:spPr>
          <a:xfrm>
            <a:off x="384050" y="384100"/>
            <a:ext cx="3840600" cy="3802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●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○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Font typeface="Helvetica Neue"/>
              <a:buChar char="■"/>
              <a:defRPr sz="1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10" name="Google Shape;310;p60"/>
          <p:cNvSpPr txBox="1">
            <a:spLocks noGrp="1"/>
          </p:cNvSpPr>
          <p:nvPr>
            <p:ph type="body" idx="3"/>
          </p:nvPr>
        </p:nvSpPr>
        <p:spPr>
          <a:xfrm>
            <a:off x="384050" y="4186775"/>
            <a:ext cx="413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b*] Text + Image Small">
  <p:cSld name="TITLE_2_1_1_1_1_1_1_1_1_1_1_1_1_1_1_1_1_1_1_1_1_1_1_1_1_1_1_1_1_1_4_1">
    <p:bg>
      <p:bgPr>
        <a:solidFill>
          <a:schemeClr val="accent1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61"/>
          <p:cNvSpPr txBox="1">
            <a:spLocks noGrp="1"/>
          </p:cNvSpPr>
          <p:nvPr>
            <p:ph type="body" idx="1"/>
          </p:nvPr>
        </p:nvSpPr>
        <p:spPr>
          <a:xfrm>
            <a:off x="384050" y="384100"/>
            <a:ext cx="38406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13" name="Google Shape;313;p61"/>
          <p:cNvSpPr>
            <a:spLocks noGrp="1"/>
          </p:cNvSpPr>
          <p:nvPr>
            <p:ph type="pic" idx="2"/>
          </p:nvPr>
        </p:nvSpPr>
        <p:spPr>
          <a:xfrm>
            <a:off x="4605275" y="384050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14" name="Google Shape;314;p61"/>
          <p:cNvSpPr txBox="1">
            <a:spLocks noGrp="1"/>
          </p:cNvSpPr>
          <p:nvPr>
            <p:ph type="body" idx="3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c] Image + Text">
  <p:cSld name="TITLE_2_1_1_1_1_1_1_1_1_1_1_1_1_1_1_1_1_1_1_1_1_1_1_1_1_1_1_1_1_1_3">
    <p:bg>
      <p:bgPr>
        <a:solidFill>
          <a:schemeClr val="accent2"/>
        </a:solidFill>
        <a:effectLst/>
      </p:bgPr>
    </p:bg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62"/>
          <p:cNvSpPr>
            <a:spLocks noGrp="1"/>
          </p:cNvSpPr>
          <p:nvPr>
            <p:ph type="pic" idx="2"/>
          </p:nvPr>
        </p:nvSpPr>
        <p:spPr>
          <a:xfrm>
            <a:off x="384050" y="384056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17" name="Google Shape;317;p62"/>
          <p:cNvSpPr txBox="1">
            <a:spLocks noGrp="1"/>
          </p:cNvSpPr>
          <p:nvPr>
            <p:ph type="body" idx="1"/>
          </p:nvPr>
        </p:nvSpPr>
        <p:spPr>
          <a:xfrm>
            <a:off x="4901184" y="384048"/>
            <a:ext cx="3840600" cy="437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●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○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■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●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○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■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●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○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Font typeface="Helvetica Neue"/>
              <a:buChar char="■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18" name="Google Shape;318;p62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c*] Image + Text">
  <p:cSld name="TITLE_2_1_1_1_1_1_1_1_1_1_1_1_1_1_1_1_1_1_1_1_1_1_1_1_1_1_1_1_1_1_3_1">
    <p:bg>
      <p:bgPr>
        <a:solidFill>
          <a:schemeClr val="accent1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63"/>
          <p:cNvSpPr>
            <a:spLocks noGrp="1"/>
          </p:cNvSpPr>
          <p:nvPr>
            <p:ph type="pic" idx="2"/>
          </p:nvPr>
        </p:nvSpPr>
        <p:spPr>
          <a:xfrm>
            <a:off x="384050" y="384056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21" name="Google Shape;321;p63"/>
          <p:cNvSpPr txBox="1">
            <a:spLocks noGrp="1"/>
          </p:cNvSpPr>
          <p:nvPr>
            <p:ph type="body" idx="1"/>
          </p:nvPr>
        </p:nvSpPr>
        <p:spPr>
          <a:xfrm>
            <a:off x="4901184" y="384048"/>
            <a:ext cx="3840600" cy="437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○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■"/>
              <a:defRPr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22" name="Google Shape;322;p63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d] Image + Text Small">
  <p:cSld name="TITLE_2_1_1_1_1_1_1_1_1_1_1_1_1_1_1_1_1_1_1_1_1_1_1_1_1_1_1_1_1_1_3_1_1">
    <p:bg>
      <p:bgPr>
        <a:solidFill>
          <a:schemeClr val="accent2"/>
        </a:solidFill>
        <a:effectLst/>
      </p:bgPr>
    </p:bg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4"/>
          <p:cNvSpPr>
            <a:spLocks noGrp="1"/>
          </p:cNvSpPr>
          <p:nvPr>
            <p:ph type="pic" idx="2"/>
          </p:nvPr>
        </p:nvSpPr>
        <p:spPr>
          <a:xfrm>
            <a:off x="384050" y="384056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25" name="Google Shape;325;p64"/>
          <p:cNvSpPr txBox="1">
            <a:spLocks noGrp="1"/>
          </p:cNvSpPr>
          <p:nvPr>
            <p:ph type="body" idx="1"/>
          </p:nvPr>
        </p:nvSpPr>
        <p:spPr>
          <a:xfrm>
            <a:off x="4901184" y="384048"/>
            <a:ext cx="3840600" cy="437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26" name="Google Shape;326;p64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d*] Image + Text Small">
  <p:cSld name="TITLE_2_1_1_1_1_1_1_1_1_1_1_1_1_1_1_1_1_1_1_1_1_1_1_1_1_1_1_1_1_1_3_1_1_1">
    <p:bg>
      <p:bgPr>
        <a:solidFill>
          <a:schemeClr val="accent1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65"/>
          <p:cNvSpPr>
            <a:spLocks noGrp="1"/>
          </p:cNvSpPr>
          <p:nvPr>
            <p:ph type="pic" idx="2"/>
          </p:nvPr>
        </p:nvSpPr>
        <p:spPr>
          <a:xfrm>
            <a:off x="384050" y="384056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29" name="Google Shape;329;p65"/>
          <p:cNvSpPr txBox="1">
            <a:spLocks noGrp="1"/>
          </p:cNvSpPr>
          <p:nvPr>
            <p:ph type="body" idx="1"/>
          </p:nvPr>
        </p:nvSpPr>
        <p:spPr>
          <a:xfrm>
            <a:off x="4901184" y="384048"/>
            <a:ext cx="3840600" cy="437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30" name="Google Shape;330;p65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e] Text + Image 1:2">
  <p:cSld name="TITLE_2_1_1_1_1_1_1_1_1_1_1_1_1_1_1_1_1_1_1_1_1_1_1_1_1_1_1_1_1_1_2">
    <p:bg>
      <p:bgPr>
        <a:solidFill>
          <a:schemeClr val="accent2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6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33" name="Google Shape;333;p66"/>
          <p:cNvSpPr txBox="1">
            <a:spLocks noGrp="1"/>
          </p:cNvSpPr>
          <p:nvPr>
            <p:ph type="body" idx="2"/>
          </p:nvPr>
        </p:nvSpPr>
        <p:spPr>
          <a:xfrm>
            <a:off x="384050" y="384050"/>
            <a:ext cx="24414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34" name="Google Shape;334;p66"/>
          <p:cNvSpPr>
            <a:spLocks noGrp="1"/>
          </p:cNvSpPr>
          <p:nvPr>
            <p:ph type="pic" idx="3"/>
          </p:nvPr>
        </p:nvSpPr>
        <p:spPr>
          <a:xfrm>
            <a:off x="3210000" y="384050"/>
            <a:ext cx="5528400" cy="437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e*] Text + Image 1:2">
  <p:cSld name="TITLE_2_1_1_1_1_1_1_1_1_1_1_1_1_1_1_1_1_1_1_1_1_1_1_1_1_1_1_1_1_1_2_1">
    <p:bg>
      <p:bgPr>
        <a:solidFill>
          <a:schemeClr val="accent1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7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7" name="Google Shape;337;p67"/>
          <p:cNvSpPr txBox="1">
            <a:spLocks noGrp="1"/>
          </p:cNvSpPr>
          <p:nvPr>
            <p:ph type="body" idx="2"/>
          </p:nvPr>
        </p:nvSpPr>
        <p:spPr>
          <a:xfrm>
            <a:off x="384050" y="384050"/>
            <a:ext cx="24414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38" name="Google Shape;338;p67"/>
          <p:cNvSpPr>
            <a:spLocks noGrp="1"/>
          </p:cNvSpPr>
          <p:nvPr>
            <p:ph type="pic" idx="3"/>
          </p:nvPr>
        </p:nvSpPr>
        <p:spPr>
          <a:xfrm>
            <a:off x="3210000" y="384050"/>
            <a:ext cx="5528400" cy="437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f] Text Small + Image 1:2">
  <p:cSld name="TITLE_2_1_1_1_1_1_1_1_1_1_1_1_1_1_1_1_1_1_1_1_1_1_1_1_1_1_1_1_1_1_2_1_2">
    <p:bg>
      <p:bgPr>
        <a:solidFill>
          <a:schemeClr val="accent2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68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41" name="Google Shape;341;p68"/>
          <p:cNvSpPr txBox="1">
            <a:spLocks noGrp="1"/>
          </p:cNvSpPr>
          <p:nvPr>
            <p:ph type="body" idx="2"/>
          </p:nvPr>
        </p:nvSpPr>
        <p:spPr>
          <a:xfrm>
            <a:off x="384050" y="384050"/>
            <a:ext cx="24414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42" name="Google Shape;342;p68"/>
          <p:cNvSpPr>
            <a:spLocks noGrp="1"/>
          </p:cNvSpPr>
          <p:nvPr>
            <p:ph type="pic" idx="3"/>
          </p:nvPr>
        </p:nvSpPr>
        <p:spPr>
          <a:xfrm>
            <a:off x="3210000" y="384050"/>
            <a:ext cx="5528400" cy="437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f*] Text Small + Image 1:2">
  <p:cSld name="TITLE_2_1_1_1_1_1_1_1_1_1_1_1_1_1_1_1_1_1_1_1_1_1_1_1_1_1_1_1_1_1_2_1_2_1">
    <p:bg>
      <p:bgPr>
        <a:solidFill>
          <a:schemeClr val="accent1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9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5" name="Google Shape;345;p69"/>
          <p:cNvSpPr txBox="1">
            <a:spLocks noGrp="1"/>
          </p:cNvSpPr>
          <p:nvPr>
            <p:ph type="body" idx="2"/>
          </p:nvPr>
        </p:nvSpPr>
        <p:spPr>
          <a:xfrm>
            <a:off x="384050" y="384050"/>
            <a:ext cx="2441400" cy="401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46" name="Google Shape;346;p69"/>
          <p:cNvSpPr>
            <a:spLocks noGrp="1"/>
          </p:cNvSpPr>
          <p:nvPr>
            <p:ph type="pic" idx="3"/>
          </p:nvPr>
        </p:nvSpPr>
        <p:spPr>
          <a:xfrm>
            <a:off x="3210000" y="384050"/>
            <a:ext cx="5528400" cy="437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g] Image + Text 2:1">
  <p:cSld name="TITLE_2_1_1_1_1_1_1_1_1_1_1_1_1_1_1_1_1_1_1_1_1_1_1_1_1_1_1_1_1_1_2_1_1">
    <p:bg>
      <p:bgPr>
        <a:solidFill>
          <a:schemeClr val="accent2"/>
        </a:solidFill>
        <a:effectLst/>
      </p:bgPr>
    </p:bg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70"/>
          <p:cNvSpPr>
            <a:spLocks noGrp="1"/>
          </p:cNvSpPr>
          <p:nvPr>
            <p:ph type="pic" idx="2"/>
          </p:nvPr>
        </p:nvSpPr>
        <p:spPr>
          <a:xfrm>
            <a:off x="384050" y="384048"/>
            <a:ext cx="55284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49" name="Google Shape;349;p70"/>
          <p:cNvSpPr txBox="1">
            <a:spLocks noGrp="1"/>
          </p:cNvSpPr>
          <p:nvPr>
            <p:ph type="body" idx="1"/>
          </p:nvPr>
        </p:nvSpPr>
        <p:spPr>
          <a:xfrm>
            <a:off x="6297000" y="384048"/>
            <a:ext cx="2441400" cy="437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●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○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>
              <a:spcBef>
                <a:spcPts val="0"/>
              </a:spcBef>
              <a:spcAft>
                <a:spcPts val="0"/>
              </a:spcAft>
              <a:buSzPts val="1550"/>
              <a:buFont typeface="Helvetica Neue"/>
              <a:buChar char="■"/>
              <a:defRPr sz="1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50" name="Google Shape;350;p70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g*] Image + Text 2:1">
  <p:cSld name="TITLE_2_1_1_1_1_1_1_1_1_1_1_1_1_1_1_1_1_1_1_1_1_1_1_1_1_1_1_1_1_1_2_1_1_1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71"/>
          <p:cNvSpPr>
            <a:spLocks noGrp="1"/>
          </p:cNvSpPr>
          <p:nvPr>
            <p:ph type="pic" idx="2"/>
          </p:nvPr>
        </p:nvSpPr>
        <p:spPr>
          <a:xfrm>
            <a:off x="384050" y="384048"/>
            <a:ext cx="55284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53" name="Google Shape;353;p71"/>
          <p:cNvSpPr txBox="1">
            <a:spLocks noGrp="1"/>
          </p:cNvSpPr>
          <p:nvPr>
            <p:ph type="body" idx="1"/>
          </p:nvPr>
        </p:nvSpPr>
        <p:spPr>
          <a:xfrm>
            <a:off x="6297000" y="384048"/>
            <a:ext cx="2441400" cy="437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●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○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270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50"/>
              <a:buFont typeface="Helvetica Neue"/>
              <a:buChar char="■"/>
              <a:defRPr sz="1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54" name="Google Shape;354;p71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h] Image + Text Small 2:1">
  <p:cSld name="TITLE_2_1_1_1_1_1_1_1_1_1_1_1_1_1_1_1_1_1_1_1_1_1_1_1_1_1_1_1_1_1_2_1_1_1_1">
    <p:bg>
      <p:bgPr>
        <a:solidFill>
          <a:schemeClr val="accent2"/>
        </a:solidFill>
        <a:effectLst/>
      </p:bgPr>
    </p:bg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72"/>
          <p:cNvSpPr>
            <a:spLocks noGrp="1"/>
          </p:cNvSpPr>
          <p:nvPr>
            <p:ph type="pic" idx="2"/>
          </p:nvPr>
        </p:nvSpPr>
        <p:spPr>
          <a:xfrm>
            <a:off x="384050" y="384048"/>
            <a:ext cx="55284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57" name="Google Shape;357;p72"/>
          <p:cNvSpPr txBox="1">
            <a:spLocks noGrp="1"/>
          </p:cNvSpPr>
          <p:nvPr>
            <p:ph type="body" idx="1"/>
          </p:nvPr>
        </p:nvSpPr>
        <p:spPr>
          <a:xfrm>
            <a:off x="6297000" y="384048"/>
            <a:ext cx="2441400" cy="437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●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○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07975">
              <a:spcBef>
                <a:spcPts val="0"/>
              </a:spcBef>
              <a:spcAft>
                <a:spcPts val="0"/>
              </a:spcAft>
              <a:buSzPts val="1250"/>
              <a:buFont typeface="Helvetica Neue"/>
              <a:buChar char="■"/>
              <a:defRPr sz="12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58" name="Google Shape;358;p72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11h*] Image + Text Small 2:1">
  <p:cSld name="TITLE_2_1_1_1_1_1_1_1_1_1_1_1_1_1_1_1_1_1_1_1_1_1_1_1_1_1_1_1_1_1_2_1_1_1_1_1">
    <p:bg>
      <p:bgPr>
        <a:solidFill>
          <a:schemeClr val="accent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73"/>
          <p:cNvSpPr>
            <a:spLocks noGrp="1"/>
          </p:cNvSpPr>
          <p:nvPr>
            <p:ph type="pic" idx="2"/>
          </p:nvPr>
        </p:nvSpPr>
        <p:spPr>
          <a:xfrm>
            <a:off x="384050" y="384048"/>
            <a:ext cx="55284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61" name="Google Shape;361;p73"/>
          <p:cNvSpPr txBox="1">
            <a:spLocks noGrp="1"/>
          </p:cNvSpPr>
          <p:nvPr>
            <p:ph type="body" idx="1"/>
          </p:nvPr>
        </p:nvSpPr>
        <p:spPr>
          <a:xfrm>
            <a:off x="6297000" y="384048"/>
            <a:ext cx="2441400" cy="437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●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○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079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Helvetica Neue"/>
              <a:buChar char="■"/>
              <a:defRPr sz="12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362" name="Google Shape;362;p73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5a] Image full">
  <p:cSld name="TITLE_2_1_1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7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5b] Image 2×1">
  <p:cSld name="TITLE_2_1_1_1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75"/>
          <p:cNvSpPr>
            <a:spLocks noGrp="1"/>
          </p:cNvSpPr>
          <p:nvPr>
            <p:ph type="pic" idx="2"/>
          </p:nvPr>
        </p:nvSpPr>
        <p:spPr>
          <a:xfrm>
            <a:off x="384050" y="384048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67" name="Google Shape;367;p75"/>
          <p:cNvSpPr>
            <a:spLocks noGrp="1"/>
          </p:cNvSpPr>
          <p:nvPr>
            <p:ph type="pic" idx="3"/>
          </p:nvPr>
        </p:nvSpPr>
        <p:spPr>
          <a:xfrm>
            <a:off x="4626864" y="384048"/>
            <a:ext cx="4133100" cy="437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5b*] Image 2×1">
  <p:cSld name="TITLE_2_1_1_1_1_1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6"/>
          <p:cNvSpPr>
            <a:spLocks noGrp="1"/>
          </p:cNvSpPr>
          <p:nvPr>
            <p:ph type="pic" idx="2"/>
          </p:nvPr>
        </p:nvSpPr>
        <p:spPr>
          <a:xfrm>
            <a:off x="384050" y="384048"/>
            <a:ext cx="4133100" cy="4370700"/>
          </a:xfrm>
          <a:prstGeom prst="rect">
            <a:avLst/>
          </a:prstGeom>
          <a:noFill/>
          <a:ln>
            <a:noFill/>
          </a:ln>
        </p:spPr>
      </p:sp>
      <p:sp>
        <p:nvSpPr>
          <p:cNvPr id="370" name="Google Shape;370;p76"/>
          <p:cNvSpPr>
            <a:spLocks noGrp="1"/>
          </p:cNvSpPr>
          <p:nvPr>
            <p:ph type="pic" idx="3"/>
          </p:nvPr>
        </p:nvSpPr>
        <p:spPr>
          <a:xfrm>
            <a:off x="4626864" y="384048"/>
            <a:ext cx="4133100" cy="437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5c] Image 3×2">
  <p:cSld name="TITLE_2_1_1_1_1_1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7"/>
          <p:cNvSpPr>
            <a:spLocks noGrp="1"/>
          </p:cNvSpPr>
          <p:nvPr>
            <p:ph type="pic" idx="2"/>
          </p:nvPr>
        </p:nvSpPr>
        <p:spPr>
          <a:xfrm>
            <a:off x="384050" y="384048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73" name="Google Shape;373;p77"/>
          <p:cNvSpPr>
            <a:spLocks noGrp="1"/>
          </p:cNvSpPr>
          <p:nvPr>
            <p:ph type="pic" idx="3"/>
          </p:nvPr>
        </p:nvSpPr>
        <p:spPr>
          <a:xfrm>
            <a:off x="3210000" y="384048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74" name="Google Shape;374;p77"/>
          <p:cNvSpPr>
            <a:spLocks noGrp="1"/>
          </p:cNvSpPr>
          <p:nvPr>
            <p:ph type="pic" idx="4"/>
          </p:nvPr>
        </p:nvSpPr>
        <p:spPr>
          <a:xfrm>
            <a:off x="6035950" y="384048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75" name="Google Shape;375;p77"/>
          <p:cNvSpPr>
            <a:spLocks noGrp="1"/>
          </p:cNvSpPr>
          <p:nvPr>
            <p:ph type="pic" idx="5"/>
          </p:nvPr>
        </p:nvSpPr>
        <p:spPr>
          <a:xfrm>
            <a:off x="384050" y="2615184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76" name="Google Shape;376;p77"/>
          <p:cNvSpPr>
            <a:spLocks noGrp="1"/>
          </p:cNvSpPr>
          <p:nvPr>
            <p:ph type="pic" idx="6"/>
          </p:nvPr>
        </p:nvSpPr>
        <p:spPr>
          <a:xfrm>
            <a:off x="3210000" y="2615184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77"/>
          <p:cNvSpPr>
            <a:spLocks noGrp="1"/>
          </p:cNvSpPr>
          <p:nvPr>
            <p:ph type="pic" idx="7"/>
          </p:nvPr>
        </p:nvSpPr>
        <p:spPr>
          <a:xfrm>
            <a:off x="6035950" y="2615184"/>
            <a:ext cx="2724000" cy="2138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5c*] Image 3×2">
  <p:cSld name="TITLE_2_1_1_1_1_1_1_1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78"/>
          <p:cNvSpPr>
            <a:spLocks noGrp="1"/>
          </p:cNvSpPr>
          <p:nvPr>
            <p:ph type="pic" idx="2"/>
          </p:nvPr>
        </p:nvSpPr>
        <p:spPr>
          <a:xfrm>
            <a:off x="384050" y="384048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80" name="Google Shape;380;p78"/>
          <p:cNvSpPr>
            <a:spLocks noGrp="1"/>
          </p:cNvSpPr>
          <p:nvPr>
            <p:ph type="pic" idx="3"/>
          </p:nvPr>
        </p:nvSpPr>
        <p:spPr>
          <a:xfrm>
            <a:off x="3210000" y="384048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81" name="Google Shape;381;p78"/>
          <p:cNvSpPr>
            <a:spLocks noGrp="1"/>
          </p:cNvSpPr>
          <p:nvPr>
            <p:ph type="pic" idx="4"/>
          </p:nvPr>
        </p:nvSpPr>
        <p:spPr>
          <a:xfrm>
            <a:off x="6035950" y="384048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82" name="Google Shape;382;p78"/>
          <p:cNvSpPr>
            <a:spLocks noGrp="1"/>
          </p:cNvSpPr>
          <p:nvPr>
            <p:ph type="pic" idx="5"/>
          </p:nvPr>
        </p:nvSpPr>
        <p:spPr>
          <a:xfrm>
            <a:off x="384050" y="2615184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83" name="Google Shape;383;p78"/>
          <p:cNvSpPr>
            <a:spLocks noGrp="1"/>
          </p:cNvSpPr>
          <p:nvPr>
            <p:ph type="pic" idx="6"/>
          </p:nvPr>
        </p:nvSpPr>
        <p:spPr>
          <a:xfrm>
            <a:off x="3210000" y="2615184"/>
            <a:ext cx="27240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84" name="Google Shape;384;p78"/>
          <p:cNvSpPr>
            <a:spLocks noGrp="1"/>
          </p:cNvSpPr>
          <p:nvPr>
            <p:ph type="pic" idx="7"/>
          </p:nvPr>
        </p:nvSpPr>
        <p:spPr>
          <a:xfrm>
            <a:off x="6035950" y="2615184"/>
            <a:ext cx="2724000" cy="2138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5d] Image 4×2">
  <p:cSld name="TITLE_2_1_1_1_1_1_1_1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79"/>
          <p:cNvSpPr>
            <a:spLocks noGrp="1"/>
          </p:cNvSpPr>
          <p:nvPr>
            <p:ph type="pic" idx="2"/>
          </p:nvPr>
        </p:nvSpPr>
        <p:spPr>
          <a:xfrm>
            <a:off x="384050" y="384050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87" name="Google Shape;387;p79"/>
          <p:cNvSpPr>
            <a:spLocks noGrp="1"/>
          </p:cNvSpPr>
          <p:nvPr>
            <p:ph type="pic" idx="3"/>
          </p:nvPr>
        </p:nvSpPr>
        <p:spPr>
          <a:xfrm>
            <a:off x="2498600" y="384050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88" name="Google Shape;388;p79"/>
          <p:cNvSpPr>
            <a:spLocks noGrp="1"/>
          </p:cNvSpPr>
          <p:nvPr>
            <p:ph type="pic" idx="4"/>
          </p:nvPr>
        </p:nvSpPr>
        <p:spPr>
          <a:xfrm>
            <a:off x="4613150" y="384050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79"/>
          <p:cNvSpPr>
            <a:spLocks noGrp="1"/>
          </p:cNvSpPr>
          <p:nvPr>
            <p:ph type="pic" idx="5"/>
          </p:nvPr>
        </p:nvSpPr>
        <p:spPr>
          <a:xfrm>
            <a:off x="6727700" y="384050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79"/>
          <p:cNvSpPr>
            <a:spLocks noGrp="1"/>
          </p:cNvSpPr>
          <p:nvPr>
            <p:ph type="pic" idx="6"/>
          </p:nvPr>
        </p:nvSpPr>
        <p:spPr>
          <a:xfrm>
            <a:off x="384050" y="2618675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91" name="Google Shape;391;p79"/>
          <p:cNvSpPr>
            <a:spLocks noGrp="1"/>
          </p:cNvSpPr>
          <p:nvPr>
            <p:ph type="pic" idx="7"/>
          </p:nvPr>
        </p:nvSpPr>
        <p:spPr>
          <a:xfrm>
            <a:off x="2498600" y="2618675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92" name="Google Shape;392;p79"/>
          <p:cNvSpPr>
            <a:spLocks noGrp="1"/>
          </p:cNvSpPr>
          <p:nvPr>
            <p:ph type="pic" idx="8"/>
          </p:nvPr>
        </p:nvSpPr>
        <p:spPr>
          <a:xfrm>
            <a:off x="4613150" y="2618675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93" name="Google Shape;393;p79"/>
          <p:cNvSpPr>
            <a:spLocks noGrp="1"/>
          </p:cNvSpPr>
          <p:nvPr>
            <p:ph type="pic" idx="9"/>
          </p:nvPr>
        </p:nvSpPr>
        <p:spPr>
          <a:xfrm>
            <a:off x="6727700" y="2618675"/>
            <a:ext cx="2011800" cy="2138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5d*] Image 4×2">
  <p:cSld name="TITLE_2_1_1_1_1_1_1_1_1_1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80"/>
          <p:cNvSpPr>
            <a:spLocks noGrp="1"/>
          </p:cNvSpPr>
          <p:nvPr>
            <p:ph type="pic" idx="2"/>
          </p:nvPr>
        </p:nvSpPr>
        <p:spPr>
          <a:xfrm>
            <a:off x="384050" y="384050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96" name="Google Shape;396;p80"/>
          <p:cNvSpPr>
            <a:spLocks noGrp="1"/>
          </p:cNvSpPr>
          <p:nvPr>
            <p:ph type="pic" idx="3"/>
          </p:nvPr>
        </p:nvSpPr>
        <p:spPr>
          <a:xfrm>
            <a:off x="2498600" y="384050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97" name="Google Shape;397;p80"/>
          <p:cNvSpPr>
            <a:spLocks noGrp="1"/>
          </p:cNvSpPr>
          <p:nvPr>
            <p:ph type="pic" idx="4"/>
          </p:nvPr>
        </p:nvSpPr>
        <p:spPr>
          <a:xfrm>
            <a:off x="4613150" y="384050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80"/>
          <p:cNvSpPr>
            <a:spLocks noGrp="1"/>
          </p:cNvSpPr>
          <p:nvPr>
            <p:ph type="pic" idx="5"/>
          </p:nvPr>
        </p:nvSpPr>
        <p:spPr>
          <a:xfrm>
            <a:off x="6727700" y="384050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80"/>
          <p:cNvSpPr>
            <a:spLocks noGrp="1"/>
          </p:cNvSpPr>
          <p:nvPr>
            <p:ph type="pic" idx="6"/>
          </p:nvPr>
        </p:nvSpPr>
        <p:spPr>
          <a:xfrm>
            <a:off x="384050" y="2618675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400" name="Google Shape;400;p80"/>
          <p:cNvSpPr>
            <a:spLocks noGrp="1"/>
          </p:cNvSpPr>
          <p:nvPr>
            <p:ph type="pic" idx="7"/>
          </p:nvPr>
        </p:nvSpPr>
        <p:spPr>
          <a:xfrm>
            <a:off x="2498600" y="2618675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401" name="Google Shape;401;p80"/>
          <p:cNvSpPr>
            <a:spLocks noGrp="1"/>
          </p:cNvSpPr>
          <p:nvPr>
            <p:ph type="pic" idx="8"/>
          </p:nvPr>
        </p:nvSpPr>
        <p:spPr>
          <a:xfrm>
            <a:off x="4613150" y="2618675"/>
            <a:ext cx="2011800" cy="2138100"/>
          </a:xfrm>
          <a:prstGeom prst="rect">
            <a:avLst/>
          </a:prstGeom>
          <a:noFill/>
          <a:ln>
            <a:noFill/>
          </a:ln>
        </p:spPr>
      </p:sp>
      <p:sp>
        <p:nvSpPr>
          <p:cNvPr id="402" name="Google Shape;402;p80"/>
          <p:cNvSpPr>
            <a:spLocks noGrp="1"/>
          </p:cNvSpPr>
          <p:nvPr>
            <p:ph type="pic" idx="9"/>
          </p:nvPr>
        </p:nvSpPr>
        <p:spPr>
          <a:xfrm>
            <a:off x="6727700" y="2618675"/>
            <a:ext cx="2011800" cy="2138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8a] Main Point">
  <p:cSld name="TITLE_2_1_1_1_1_1_1_1_1_1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81"/>
          <p:cNvSpPr txBox="1">
            <a:spLocks noGrp="1"/>
          </p:cNvSpPr>
          <p:nvPr>
            <p:ph type="title"/>
          </p:nvPr>
        </p:nvSpPr>
        <p:spPr>
          <a:xfrm>
            <a:off x="384050" y="526350"/>
            <a:ext cx="8357700" cy="40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None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5" name="Google Shape;405;p81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6" name="Google Shape;406;p81"/>
          <p:cNvSpPr txBox="1">
            <a:spLocks noGrp="1"/>
          </p:cNvSpPr>
          <p:nvPr>
            <p:ph type="body" idx="1"/>
          </p:nvPr>
        </p:nvSpPr>
        <p:spPr>
          <a:xfrm>
            <a:off x="384050" y="4186775"/>
            <a:ext cx="41331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8a*] Main Point">
  <p:cSld name="TITLE_2_1_1_1_1_1_1_1_1_1_1_1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82"/>
          <p:cNvSpPr txBox="1">
            <a:spLocks noGrp="1"/>
          </p:cNvSpPr>
          <p:nvPr>
            <p:ph type="title"/>
          </p:nvPr>
        </p:nvSpPr>
        <p:spPr>
          <a:xfrm>
            <a:off x="384050" y="526350"/>
            <a:ext cx="8357700" cy="40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None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2pPr>
            <a:lvl3pPr lvl="2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3pPr>
            <a:lvl4pPr lvl="3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4pPr>
            <a:lvl5pPr lvl="4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5pPr>
            <a:lvl6pPr lvl="5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6pPr>
            <a:lvl7pPr lvl="6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7pPr>
            <a:lvl8pPr lvl="7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8pPr>
            <a:lvl9pPr lvl="8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9" name="Google Shape;409;p82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0" name="Google Shape;410;p82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8b] Main Point + Caption">
  <p:cSld name="TITLE_2_1_1_1_1_1_1_1_1_1_1_1_1_1_1_1_1_1_1_1_1_1_1_1_1_1_1_1_1_1_1_1_1_1_1_1_1_1_1_2">
    <p:bg>
      <p:bgPr>
        <a:solidFill>
          <a:schemeClr val="accent2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83"/>
          <p:cNvSpPr txBox="1">
            <a:spLocks noGrp="1"/>
          </p:cNvSpPr>
          <p:nvPr>
            <p:ph type="title"/>
          </p:nvPr>
        </p:nvSpPr>
        <p:spPr>
          <a:xfrm>
            <a:off x="1104300" y="484625"/>
            <a:ext cx="6935400" cy="204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None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3" name="Google Shape;413;p83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4" name="Google Shape;414;p83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15" name="Google Shape;415;p83"/>
          <p:cNvSpPr txBox="1">
            <a:spLocks noGrp="1"/>
          </p:cNvSpPr>
          <p:nvPr>
            <p:ph type="subTitle" idx="2"/>
          </p:nvPr>
        </p:nvSpPr>
        <p:spPr>
          <a:xfrm>
            <a:off x="1104300" y="2871216"/>
            <a:ext cx="6935400" cy="144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8b*] Main Point + Caption">
  <p:cSld name="TITLE_2_1_1_1_1_1_1_1_1_1_1_1_1_1_1_1_1_1_1_1_1_1_1_1_1_1_1_1_1_1_1_1_1_1_1_1_1_1_1_2_1">
    <p:bg>
      <p:bgPr>
        <a:solidFill>
          <a:schemeClr val="accent1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84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8" name="Google Shape;418;p84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9" name="Google Shape;419;p84"/>
          <p:cNvSpPr txBox="1">
            <a:spLocks noGrp="1"/>
          </p:cNvSpPr>
          <p:nvPr>
            <p:ph type="title"/>
          </p:nvPr>
        </p:nvSpPr>
        <p:spPr>
          <a:xfrm>
            <a:off x="1104300" y="484625"/>
            <a:ext cx="6935400" cy="204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None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2pPr>
            <a:lvl3pPr lvl="2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3pPr>
            <a:lvl4pPr lvl="3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4pPr>
            <a:lvl5pPr lvl="4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5pPr>
            <a:lvl6pPr lvl="5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6pPr>
            <a:lvl7pPr lvl="6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7pPr>
            <a:lvl8pPr lvl="7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8pPr>
            <a:lvl9pPr lvl="8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0" name="Google Shape;420;p84"/>
          <p:cNvSpPr txBox="1">
            <a:spLocks noGrp="1"/>
          </p:cNvSpPr>
          <p:nvPr>
            <p:ph type="subTitle" idx="2"/>
          </p:nvPr>
        </p:nvSpPr>
        <p:spPr>
          <a:xfrm>
            <a:off x="1104300" y="2871216"/>
            <a:ext cx="6935400" cy="144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50"/>
              <a:buNone/>
              <a:defRPr sz="25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b] Title + Text Large">
  <p:cSld name="TITLE_2_1_1_1_1_1_1_1_1_1_1_1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85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3" name="Google Shape;423;p85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None/>
              <a:defRPr sz="2550" b="1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24" name="Google Shape;424;p85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6935400" cy="326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●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○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■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●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○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■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●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○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50"/>
              <a:buFont typeface="Helvetica Neue"/>
              <a:buChar char="■"/>
              <a:defRPr sz="255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5" name="Google Shape;425;p85"/>
          <p:cNvSpPr txBox="1">
            <a:spLocks noGrp="1"/>
          </p:cNvSpPr>
          <p:nvPr>
            <p:ph type="body" idx="2"/>
          </p:nvPr>
        </p:nvSpPr>
        <p:spPr>
          <a:xfrm>
            <a:off x="384050" y="4186775"/>
            <a:ext cx="6935400" cy="605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26" name="Google Shape;426;p85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3b*] Title + Text Large">
  <p:cSld name="TITLE_2_1_1_1_1_1_1_1_1_1_1_1_1_1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86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9" name="Google Shape;429;p86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None/>
              <a:defRPr sz="255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0" name="Google Shape;430;p86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6935400" cy="326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31" name="Google Shape;431;p86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2" name="Google Shape;432;p86"/>
          <p:cNvSpPr txBox="1">
            <a:spLocks noGrp="1"/>
          </p:cNvSpPr>
          <p:nvPr>
            <p:ph type="body" idx="3"/>
          </p:nvPr>
        </p:nvSpPr>
        <p:spPr>
          <a:xfrm>
            <a:off x="7319450" y="384050"/>
            <a:ext cx="14223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1pPr>
            <a:lvl2pPr marL="914400" lvl="1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2pPr>
            <a:lvl3pPr marL="1371600" lvl="2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3pPr>
            <a:lvl4pPr marL="1828800" lvl="3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4pPr>
            <a:lvl5pPr marL="2286000" lvl="4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5pPr>
            <a:lvl6pPr marL="2743200" lvl="5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6pPr>
            <a:lvl7pPr marL="3200400" lvl="6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●"/>
              <a:defRPr sz="1000">
                <a:solidFill>
                  <a:srgbClr val="F44E01"/>
                </a:solidFill>
              </a:defRPr>
            </a:lvl7pPr>
            <a:lvl8pPr marL="3657600" lvl="7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○"/>
              <a:defRPr sz="1000">
                <a:solidFill>
                  <a:srgbClr val="F44E01"/>
                </a:solidFill>
              </a:defRPr>
            </a:lvl8pPr>
            <a:lvl9pPr marL="4114800" lvl="8" indent="-292100" algn="r">
              <a:spcBef>
                <a:spcPts val="0"/>
              </a:spcBef>
              <a:spcAft>
                <a:spcPts val="0"/>
              </a:spcAft>
              <a:buClr>
                <a:srgbClr val="F44E01"/>
              </a:buClr>
              <a:buSzPts val="1000"/>
              <a:buChar char="■"/>
              <a:defRPr sz="1000">
                <a:solidFill>
                  <a:srgbClr val="F44E0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9a] Title + Text Card Large 2-up">
  <p:cSld name="TITLE_2_1_1_1_1_1_1_1_1_1_1_1_1_1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87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5" name="Google Shape;435;p87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None/>
              <a:defRPr sz="255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6" name="Google Shape;436;p87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7" name="Google Shape;437;p87"/>
          <p:cNvSpPr/>
          <p:nvPr/>
        </p:nvSpPr>
        <p:spPr>
          <a:xfrm>
            <a:off x="384050" y="1131100"/>
            <a:ext cx="4133100" cy="3368700"/>
          </a:xfrm>
          <a:prstGeom prst="roundRect">
            <a:avLst>
              <a:gd name="adj" fmla="val 2347"/>
            </a:avLst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38" name="Google Shape;438;p87"/>
          <p:cNvSpPr txBox="1">
            <a:spLocks noGrp="1"/>
          </p:cNvSpPr>
          <p:nvPr>
            <p:ph type="body" idx="2"/>
          </p:nvPr>
        </p:nvSpPr>
        <p:spPr>
          <a:xfrm>
            <a:off x="384050" y="1131100"/>
            <a:ext cx="41331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39" name="Google Shape;439;p87"/>
          <p:cNvSpPr/>
          <p:nvPr/>
        </p:nvSpPr>
        <p:spPr>
          <a:xfrm>
            <a:off x="4626875" y="1131100"/>
            <a:ext cx="4133100" cy="3368700"/>
          </a:xfrm>
          <a:prstGeom prst="roundRect">
            <a:avLst>
              <a:gd name="adj" fmla="val 2347"/>
            </a:avLst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40" name="Google Shape;440;p87"/>
          <p:cNvSpPr txBox="1">
            <a:spLocks noGrp="1"/>
          </p:cNvSpPr>
          <p:nvPr>
            <p:ph type="body" idx="3"/>
          </p:nvPr>
        </p:nvSpPr>
        <p:spPr>
          <a:xfrm>
            <a:off x="4626875" y="1131100"/>
            <a:ext cx="41331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9a*] Title + Text Card Large 2-up">
  <p:cSld name="TITLE_2_1_1_1_1_1_1_1_1_1_1_1_1_1_1_1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88"/>
          <p:cNvSpPr/>
          <p:nvPr/>
        </p:nvSpPr>
        <p:spPr>
          <a:xfrm>
            <a:off x="384050" y="1131100"/>
            <a:ext cx="4133100" cy="3368700"/>
          </a:xfrm>
          <a:prstGeom prst="roundRect">
            <a:avLst>
              <a:gd name="adj" fmla="val 2347"/>
            </a:avLst>
          </a:prstGeom>
          <a:solidFill>
            <a:schemeClr val="accent3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43" name="Google Shape;443;p88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4" name="Google Shape;444;p88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None/>
              <a:defRPr sz="255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88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41331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46" name="Google Shape;446;p88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88"/>
          <p:cNvSpPr/>
          <p:nvPr/>
        </p:nvSpPr>
        <p:spPr>
          <a:xfrm>
            <a:off x="4626875" y="1131100"/>
            <a:ext cx="4133100" cy="3368700"/>
          </a:xfrm>
          <a:prstGeom prst="roundRect">
            <a:avLst>
              <a:gd name="adj" fmla="val 2347"/>
            </a:avLst>
          </a:prstGeom>
          <a:solidFill>
            <a:schemeClr val="accent3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48" name="Google Shape;448;p88"/>
          <p:cNvSpPr txBox="1">
            <a:spLocks noGrp="1"/>
          </p:cNvSpPr>
          <p:nvPr>
            <p:ph type="body" idx="3"/>
          </p:nvPr>
        </p:nvSpPr>
        <p:spPr>
          <a:xfrm>
            <a:off x="4626875" y="1131100"/>
            <a:ext cx="41331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9b] Title + Text Card Large 3-up">
  <p:cSld name="TITLE_2_1_1_1_1_1_1_1_1_1_1_1_1_1_1_1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89"/>
          <p:cNvSpPr/>
          <p:nvPr/>
        </p:nvSpPr>
        <p:spPr>
          <a:xfrm>
            <a:off x="384050" y="1131100"/>
            <a:ext cx="2724000" cy="3368700"/>
          </a:xfrm>
          <a:prstGeom prst="roundRect">
            <a:avLst>
              <a:gd name="adj" fmla="val 2347"/>
            </a:avLst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51" name="Google Shape;451;p89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89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None/>
              <a:defRPr sz="255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53" name="Google Shape;453;p89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27240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54" name="Google Shape;454;p89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5" name="Google Shape;455;p89"/>
          <p:cNvSpPr/>
          <p:nvPr/>
        </p:nvSpPr>
        <p:spPr>
          <a:xfrm>
            <a:off x="3210000" y="1131100"/>
            <a:ext cx="2724000" cy="3368700"/>
          </a:xfrm>
          <a:prstGeom prst="roundRect">
            <a:avLst>
              <a:gd name="adj" fmla="val 2347"/>
            </a:avLst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56" name="Google Shape;456;p89"/>
          <p:cNvSpPr txBox="1">
            <a:spLocks noGrp="1"/>
          </p:cNvSpPr>
          <p:nvPr>
            <p:ph type="body" idx="3"/>
          </p:nvPr>
        </p:nvSpPr>
        <p:spPr>
          <a:xfrm>
            <a:off x="3210000" y="1131100"/>
            <a:ext cx="27240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57" name="Google Shape;457;p89"/>
          <p:cNvSpPr/>
          <p:nvPr/>
        </p:nvSpPr>
        <p:spPr>
          <a:xfrm>
            <a:off x="6035950" y="1131100"/>
            <a:ext cx="2724000" cy="3368700"/>
          </a:xfrm>
          <a:prstGeom prst="roundRect">
            <a:avLst>
              <a:gd name="adj" fmla="val 2347"/>
            </a:avLst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58" name="Google Shape;458;p89"/>
          <p:cNvSpPr txBox="1">
            <a:spLocks noGrp="1"/>
          </p:cNvSpPr>
          <p:nvPr>
            <p:ph type="body" idx="4"/>
          </p:nvPr>
        </p:nvSpPr>
        <p:spPr>
          <a:xfrm>
            <a:off x="6035950" y="1131100"/>
            <a:ext cx="27240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9b*] Title + Text Card Large 3-up">
  <p:cSld name="TITLE_2_1_1_1_1_1_1_1_1_1_1_1_1_1_1_1_1_1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90"/>
          <p:cNvSpPr/>
          <p:nvPr/>
        </p:nvSpPr>
        <p:spPr>
          <a:xfrm>
            <a:off x="384050" y="1131100"/>
            <a:ext cx="2724000" cy="3368700"/>
          </a:xfrm>
          <a:prstGeom prst="roundRect">
            <a:avLst>
              <a:gd name="adj" fmla="val 2347"/>
            </a:avLst>
          </a:prstGeom>
          <a:solidFill>
            <a:schemeClr val="accent3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61" name="Google Shape;461;p90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2" name="Google Shape;462;p90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None/>
              <a:defRPr sz="255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63" name="Google Shape;463;p90"/>
          <p:cNvSpPr txBox="1">
            <a:spLocks noGrp="1"/>
          </p:cNvSpPr>
          <p:nvPr>
            <p:ph type="body" idx="1"/>
          </p:nvPr>
        </p:nvSpPr>
        <p:spPr>
          <a:xfrm>
            <a:off x="384050" y="1131100"/>
            <a:ext cx="27240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64" name="Google Shape;464;p90"/>
          <p:cNvSpPr txBox="1">
            <a:spLocks noGrp="1"/>
          </p:cNvSpPr>
          <p:nvPr>
            <p:ph type="body" idx="2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5" name="Google Shape;465;p90"/>
          <p:cNvSpPr/>
          <p:nvPr/>
        </p:nvSpPr>
        <p:spPr>
          <a:xfrm>
            <a:off x="3210000" y="1131100"/>
            <a:ext cx="2724000" cy="3368700"/>
          </a:xfrm>
          <a:prstGeom prst="roundRect">
            <a:avLst>
              <a:gd name="adj" fmla="val 2347"/>
            </a:avLst>
          </a:prstGeom>
          <a:solidFill>
            <a:schemeClr val="accent3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66" name="Google Shape;466;p90"/>
          <p:cNvSpPr txBox="1">
            <a:spLocks noGrp="1"/>
          </p:cNvSpPr>
          <p:nvPr>
            <p:ph type="body" idx="3"/>
          </p:nvPr>
        </p:nvSpPr>
        <p:spPr>
          <a:xfrm>
            <a:off x="3210000" y="1131100"/>
            <a:ext cx="27240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67" name="Google Shape;467;p90"/>
          <p:cNvSpPr/>
          <p:nvPr/>
        </p:nvSpPr>
        <p:spPr>
          <a:xfrm>
            <a:off x="6035950" y="1131100"/>
            <a:ext cx="2724000" cy="3368700"/>
          </a:xfrm>
          <a:prstGeom prst="roundRect">
            <a:avLst>
              <a:gd name="adj" fmla="val 2347"/>
            </a:avLst>
          </a:prstGeom>
          <a:solidFill>
            <a:schemeClr val="accent3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68" name="Google Shape;468;p90"/>
          <p:cNvSpPr txBox="1">
            <a:spLocks noGrp="1"/>
          </p:cNvSpPr>
          <p:nvPr>
            <p:ph type="body" idx="4"/>
          </p:nvPr>
        </p:nvSpPr>
        <p:spPr>
          <a:xfrm>
            <a:off x="6035950" y="1131100"/>
            <a:ext cx="2724000" cy="33687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9c] Title + Text Card Large 2×2">
  <p:cSld name="TITLE_2_1_1_1_1_1_1_1_1_1_1_1_1_1_1_1_1_1_1_1_1_1_1_1_1_1_1_1_1_1_1_1_1_1_1_1_1_1_1_1_1_1_1_1_1_1">
    <p:bg>
      <p:bgPr>
        <a:solidFill>
          <a:schemeClr val="accent2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1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lt2"/>
              </a:solidFill>
            </a:endParaRPr>
          </a:p>
        </p:txBody>
      </p:sp>
      <p:sp>
        <p:nvSpPr>
          <p:cNvPr id="471" name="Google Shape;471;p91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None/>
              <a:defRPr sz="255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72" name="Google Shape;472;p91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●"/>
              <a:defRPr sz="1000">
                <a:solidFill>
                  <a:schemeClr val="lt2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○"/>
              <a:defRPr sz="1000">
                <a:solidFill>
                  <a:schemeClr val="lt2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Char char="■"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73" name="Google Shape;473;p91"/>
          <p:cNvSpPr/>
          <p:nvPr/>
        </p:nvSpPr>
        <p:spPr>
          <a:xfrm>
            <a:off x="384050" y="1131100"/>
            <a:ext cx="4133100" cy="1627500"/>
          </a:xfrm>
          <a:prstGeom prst="roundRect">
            <a:avLst>
              <a:gd name="adj" fmla="val 2347"/>
            </a:avLst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74" name="Google Shape;474;p91"/>
          <p:cNvSpPr txBox="1">
            <a:spLocks noGrp="1"/>
          </p:cNvSpPr>
          <p:nvPr>
            <p:ph type="body" idx="2"/>
          </p:nvPr>
        </p:nvSpPr>
        <p:spPr>
          <a:xfrm>
            <a:off x="384050" y="1131100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75" name="Google Shape;475;p91"/>
          <p:cNvSpPr/>
          <p:nvPr/>
        </p:nvSpPr>
        <p:spPr>
          <a:xfrm>
            <a:off x="4626875" y="1131100"/>
            <a:ext cx="4133100" cy="1627500"/>
          </a:xfrm>
          <a:prstGeom prst="roundRect">
            <a:avLst>
              <a:gd name="adj" fmla="val 2347"/>
            </a:avLst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76" name="Google Shape;476;p91"/>
          <p:cNvSpPr txBox="1">
            <a:spLocks noGrp="1"/>
          </p:cNvSpPr>
          <p:nvPr>
            <p:ph type="body" idx="3"/>
          </p:nvPr>
        </p:nvSpPr>
        <p:spPr>
          <a:xfrm>
            <a:off x="4626875" y="1131100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77" name="Google Shape;477;p91"/>
          <p:cNvSpPr/>
          <p:nvPr/>
        </p:nvSpPr>
        <p:spPr>
          <a:xfrm>
            <a:off x="384050" y="2871216"/>
            <a:ext cx="4133100" cy="1627500"/>
          </a:xfrm>
          <a:prstGeom prst="roundRect">
            <a:avLst>
              <a:gd name="adj" fmla="val 2347"/>
            </a:avLst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78" name="Google Shape;478;p91"/>
          <p:cNvSpPr txBox="1">
            <a:spLocks noGrp="1"/>
          </p:cNvSpPr>
          <p:nvPr>
            <p:ph type="body" idx="4"/>
          </p:nvPr>
        </p:nvSpPr>
        <p:spPr>
          <a:xfrm>
            <a:off x="384050" y="2871216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79" name="Google Shape;479;p91"/>
          <p:cNvSpPr/>
          <p:nvPr/>
        </p:nvSpPr>
        <p:spPr>
          <a:xfrm>
            <a:off x="4626875" y="2871216"/>
            <a:ext cx="4133100" cy="1627500"/>
          </a:xfrm>
          <a:prstGeom prst="roundRect">
            <a:avLst>
              <a:gd name="adj" fmla="val 2347"/>
            </a:avLst>
          </a:prstGeom>
          <a:solidFill>
            <a:schemeClr val="accent4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80" name="Google Shape;480;p91"/>
          <p:cNvSpPr txBox="1">
            <a:spLocks noGrp="1"/>
          </p:cNvSpPr>
          <p:nvPr>
            <p:ph type="body" idx="5"/>
          </p:nvPr>
        </p:nvSpPr>
        <p:spPr>
          <a:xfrm>
            <a:off x="4626875" y="2871216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●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○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 rtl="0">
              <a:spcBef>
                <a:spcPts val="0"/>
              </a:spcBef>
              <a:spcAft>
                <a:spcPts val="0"/>
              </a:spcAft>
              <a:buSzPts val="2550"/>
              <a:buFont typeface="Helvetica Neue"/>
              <a:buChar char="■"/>
              <a:defRPr sz="255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[09c*] Title + Text Card Large 2×2">
  <p:cSld name="TITLE_2_1_1_1_1_1_1_1_1_1_1_1_1_1_1_1_1_1_1_1_1_1_1_1_1_1_1_1_1_1_1_1_1_1_1_1_1_1_1_1_1_1_1_1_1_1_1">
    <p:bg>
      <p:bgPr>
        <a:solidFill>
          <a:schemeClr val="accent1"/>
        </a:solidFill>
        <a:effectLst/>
      </p:bgPr>
    </p:bg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92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3" name="Google Shape;483;p92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None/>
              <a:defRPr sz="255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84" name="Google Shape;484;p92"/>
          <p:cNvSpPr txBox="1">
            <a:spLocks noGrp="1"/>
          </p:cNvSpPr>
          <p:nvPr>
            <p:ph type="body" idx="1"/>
          </p:nvPr>
        </p:nvSpPr>
        <p:spPr>
          <a:xfrm>
            <a:off x="384050" y="4398275"/>
            <a:ext cx="69354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5" name="Google Shape;485;p92"/>
          <p:cNvSpPr/>
          <p:nvPr/>
        </p:nvSpPr>
        <p:spPr>
          <a:xfrm>
            <a:off x="384050" y="1131100"/>
            <a:ext cx="4133100" cy="1627500"/>
          </a:xfrm>
          <a:prstGeom prst="roundRect">
            <a:avLst>
              <a:gd name="adj" fmla="val 2347"/>
            </a:avLst>
          </a:prstGeom>
          <a:solidFill>
            <a:schemeClr val="accent3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86" name="Google Shape;486;p92"/>
          <p:cNvSpPr txBox="1">
            <a:spLocks noGrp="1"/>
          </p:cNvSpPr>
          <p:nvPr>
            <p:ph type="body" idx="2"/>
          </p:nvPr>
        </p:nvSpPr>
        <p:spPr>
          <a:xfrm>
            <a:off x="384050" y="1131100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87" name="Google Shape;487;p92"/>
          <p:cNvSpPr/>
          <p:nvPr/>
        </p:nvSpPr>
        <p:spPr>
          <a:xfrm>
            <a:off x="4626875" y="1131100"/>
            <a:ext cx="4133100" cy="1627500"/>
          </a:xfrm>
          <a:prstGeom prst="roundRect">
            <a:avLst>
              <a:gd name="adj" fmla="val 2347"/>
            </a:avLst>
          </a:prstGeom>
          <a:solidFill>
            <a:schemeClr val="accent3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88" name="Google Shape;488;p92"/>
          <p:cNvSpPr txBox="1">
            <a:spLocks noGrp="1"/>
          </p:cNvSpPr>
          <p:nvPr>
            <p:ph type="body" idx="3"/>
          </p:nvPr>
        </p:nvSpPr>
        <p:spPr>
          <a:xfrm>
            <a:off x="4626875" y="1131100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89" name="Google Shape;489;p92"/>
          <p:cNvSpPr/>
          <p:nvPr/>
        </p:nvSpPr>
        <p:spPr>
          <a:xfrm>
            <a:off x="384050" y="2871216"/>
            <a:ext cx="4133100" cy="1627500"/>
          </a:xfrm>
          <a:prstGeom prst="roundRect">
            <a:avLst>
              <a:gd name="adj" fmla="val 2347"/>
            </a:avLst>
          </a:prstGeom>
          <a:solidFill>
            <a:schemeClr val="accent3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90" name="Google Shape;490;p92"/>
          <p:cNvSpPr txBox="1">
            <a:spLocks noGrp="1"/>
          </p:cNvSpPr>
          <p:nvPr>
            <p:ph type="body" idx="4"/>
          </p:nvPr>
        </p:nvSpPr>
        <p:spPr>
          <a:xfrm>
            <a:off x="384050" y="2871216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91" name="Google Shape;491;p92"/>
          <p:cNvSpPr/>
          <p:nvPr/>
        </p:nvSpPr>
        <p:spPr>
          <a:xfrm>
            <a:off x="4626875" y="2871216"/>
            <a:ext cx="4133100" cy="1627500"/>
          </a:xfrm>
          <a:prstGeom prst="roundRect">
            <a:avLst>
              <a:gd name="adj" fmla="val 2347"/>
            </a:avLst>
          </a:prstGeom>
          <a:solidFill>
            <a:schemeClr val="accent3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92" name="Google Shape;492;p92"/>
          <p:cNvSpPr txBox="1">
            <a:spLocks noGrp="1"/>
          </p:cNvSpPr>
          <p:nvPr>
            <p:ph type="body" idx="5"/>
          </p:nvPr>
        </p:nvSpPr>
        <p:spPr>
          <a:xfrm>
            <a:off x="4626875" y="2871216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>
            <a:lvl1pPr marL="457200" lvl="0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●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○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9052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50"/>
              <a:buFont typeface="Helvetica Neue"/>
              <a:buChar char="■"/>
              <a:defRPr sz="25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slideLayout" Target="../slideLayouts/slideLayout74.xml"/><Relationship Id="rId75" Type="http://schemas.openxmlformats.org/officeDocument/2006/relationships/slideLayout" Target="../slideLayouts/slideLayout75.xml"/><Relationship Id="rId76" Type="http://schemas.openxmlformats.org/officeDocument/2006/relationships/slideLayout" Target="../slideLayouts/slideLayout76.xml"/><Relationship Id="rId77" Type="http://schemas.openxmlformats.org/officeDocument/2006/relationships/slideLayout" Target="../slideLayouts/slideLayout77.xml"/><Relationship Id="rId78" Type="http://schemas.openxmlformats.org/officeDocument/2006/relationships/slideLayout" Target="../slideLayouts/slideLayout78.xml"/><Relationship Id="rId79" Type="http://schemas.openxmlformats.org/officeDocument/2006/relationships/slideLayout" Target="../slideLayouts/slideLayout79.xml"/><Relationship Id="rId80" Type="http://schemas.openxmlformats.org/officeDocument/2006/relationships/slideLayout" Target="../slideLayouts/slideLayout80.xml"/><Relationship Id="rId81" Type="http://schemas.openxmlformats.org/officeDocument/2006/relationships/slideLayout" Target="../slideLayouts/slideLayout81.xml"/><Relationship Id="rId82" Type="http://schemas.openxmlformats.org/officeDocument/2006/relationships/slideLayout" Target="../slideLayouts/slideLayout82.xml"/><Relationship Id="rId83" Type="http://schemas.openxmlformats.org/officeDocument/2006/relationships/slideLayout" Target="../slideLayouts/slideLayout83.xml"/><Relationship Id="rId84" Type="http://schemas.openxmlformats.org/officeDocument/2006/relationships/slideLayout" Target="../slideLayouts/slideLayout84.xml"/><Relationship Id="rId85" Type="http://schemas.openxmlformats.org/officeDocument/2006/relationships/slideLayout" Target="../slideLayouts/slideLayout85.xml"/><Relationship Id="rId86" Type="http://schemas.openxmlformats.org/officeDocument/2006/relationships/slideLayout" Target="../slideLayouts/slideLayout86.xml"/><Relationship Id="rId87" Type="http://schemas.openxmlformats.org/officeDocument/2006/relationships/slideLayout" Target="../slideLayouts/slideLayout87.xml"/><Relationship Id="rId88" Type="http://schemas.openxmlformats.org/officeDocument/2006/relationships/slideLayout" Target="../slideLayouts/slideLayout88.xml"/><Relationship Id="rId89" Type="http://schemas.openxmlformats.org/officeDocument/2006/relationships/slideLayout" Target="../slideLayouts/slideLayout89.xml"/><Relationship Id="rId90" Type="http://schemas.openxmlformats.org/officeDocument/2006/relationships/slideLayout" Target="../slideLayouts/slideLayout90.xml"/><Relationship Id="rId91" Type="http://schemas.openxmlformats.org/officeDocument/2006/relationships/slideLayout" Target="../slideLayouts/slideLayout91.xml"/><Relationship Id="rId92" Type="http://schemas.openxmlformats.org/officeDocument/2006/relationships/slideLayout" Target="../slideLayouts/slideLayout92.xml"/><Relationship Id="rId9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4048" y="384048"/>
            <a:ext cx="6931200" cy="4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None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Helvetica Neue"/>
              <a:buNone/>
              <a:defRPr sz="21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4050" y="1152475"/>
            <a:ext cx="6931200" cy="36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●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○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Helvetica Neue"/>
              <a:buChar char="■"/>
              <a:defRPr sz="1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  <p:sldLayoutId id="2147483707" r:id="rId60"/>
    <p:sldLayoutId id="2147483708" r:id="rId61"/>
    <p:sldLayoutId id="2147483709" r:id="rId62"/>
    <p:sldLayoutId id="2147483710" r:id="rId63"/>
    <p:sldLayoutId id="2147483711" r:id="rId64"/>
    <p:sldLayoutId id="2147483712" r:id="rId65"/>
    <p:sldLayoutId id="2147483713" r:id="rId66"/>
    <p:sldLayoutId id="2147483714" r:id="rId67"/>
    <p:sldLayoutId id="2147483715" r:id="rId68"/>
    <p:sldLayoutId id="2147483716" r:id="rId69"/>
    <p:sldLayoutId id="2147483717" r:id="rId70"/>
    <p:sldLayoutId id="2147483718" r:id="rId71"/>
    <p:sldLayoutId id="2147483719" r:id="rId72"/>
    <p:sldLayoutId id="2147483720" r:id="rId73"/>
    <p:sldLayoutId id="2147483721" r:id="rId74"/>
    <p:sldLayoutId id="2147483722" r:id="rId75"/>
    <p:sldLayoutId id="2147483723" r:id="rId76"/>
    <p:sldLayoutId id="2147483724" r:id="rId77"/>
    <p:sldLayoutId id="2147483725" r:id="rId78"/>
    <p:sldLayoutId id="2147483726" r:id="rId79"/>
    <p:sldLayoutId id="2147483727" r:id="rId80"/>
    <p:sldLayoutId id="2147483728" r:id="rId81"/>
    <p:sldLayoutId id="2147483729" r:id="rId82"/>
    <p:sldLayoutId id="2147483730" r:id="rId83"/>
    <p:sldLayoutId id="2147483731" r:id="rId84"/>
    <p:sldLayoutId id="2147483732" r:id="rId85"/>
    <p:sldLayoutId id="2147483733" r:id="rId86"/>
    <p:sldLayoutId id="2147483734" r:id="rId87"/>
    <p:sldLayoutId id="2147483735" r:id="rId88"/>
    <p:sldLayoutId id="2147483736" r:id="rId89"/>
    <p:sldLayoutId id="2147483737" r:id="rId90"/>
    <p:sldLayoutId id="2147483738" r:id="rId91"/>
    <p:sldLayoutId id="2147483739" r:id="rId9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94"/>
          <p:cNvSpPr txBox="1">
            <a:spLocks noGrp="1"/>
          </p:cNvSpPr>
          <p:nvPr>
            <p:ph type="ctrTitle"/>
          </p:nvPr>
        </p:nvSpPr>
        <p:spPr>
          <a:xfrm>
            <a:off x="384050" y="667075"/>
            <a:ext cx="7528200" cy="1872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26251E"/>
                </a:solidFill>
                <a:latin typeface="Helvetica Neue"/>
              </a:rPr>
              <a:t>Java ETL → Python</a:t>
            </a:r>
            <a:endParaRPr b="1"/>
          </a:p>
          <a:p>
            <a:pPr>
              <a:lnSpc>
                <a:spcPct val="100000"/>
              </a:lnSpc>
            </a:pPr>
            <a:r>
              <a:rPr sz="3600" b="1">
                <a:solidFill>
                  <a:srgbClr val="26251E"/>
                </a:solidFill>
                <a:latin typeface="Helvetica Neue"/>
              </a:rPr>
              <a:t>AI-Assisted Migration with Cursor</a:t>
            </a:r>
          </a:p>
        </p:txBody>
      </p:sp>
      <p:sp>
        <p:nvSpPr>
          <p:cNvPr id="499" name="Google Shape;499;p94"/>
          <p:cNvSpPr txBox="1">
            <a:spLocks noGrp="1"/>
          </p:cNvSpPr>
          <p:nvPr>
            <p:ph type="sldNum" idx="12"/>
          </p:nvPr>
        </p:nvSpPr>
        <p:spPr>
          <a:xfrm>
            <a:off x="8193024" y="4398264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5"/>
          <p:cNvSpPr txBox="1">
            <a:spLocks noGrp="1"/>
          </p:cNvSpPr>
          <p:nvPr>
            <p:ph type="body" idx="2"/>
          </p:nvPr>
        </p:nvSpPr>
        <p:spPr>
          <a:xfrm>
            <a:off x="384050" y="1131100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/>
          <a:p>
            <a:pPr marL="0" indent="0">
              <a:buNone/>
            </a:pPr>
            <a:r>
              <a:rPr lang="en"/>
              <a:t>Name: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Department:</a:t>
            </a:r>
            <a:endParaRPr/>
          </a:p>
        </p:txBody>
      </p:sp>
      <p:sp>
        <p:nvSpPr>
          <p:cNvPr id="505" name="Google Shape;505;p95"/>
          <p:cNvSpPr txBox="1">
            <a:spLocks noGrp="1"/>
          </p:cNvSpPr>
          <p:nvPr>
            <p:ph type="body" idx="4"/>
          </p:nvPr>
        </p:nvSpPr>
        <p:spPr>
          <a:xfrm>
            <a:off x="384050" y="2871216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26251E"/>
                </a:solidFill>
                <a:latin typeface="Helvetica Neue"/>
              </a:rPr>
              <a:t>Key Learnings</a:t>
            </a:r>
            <a:endParaRPr sz="1300"/>
          </a:p>
          <a:p>
            <a:r>
              <a:rPr sz="400">
                <a:latin typeface="Helvetica Neue"/>
              </a:rPr>
              <a:t/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• Cursor Agent + custom rules + multi-file edit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  delivered ~10× speed-up vs hand-porting.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• A Java↔Python diff harness is non-negotiable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  for production confidence.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• Best results when AI gets schema, samples,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  and business rules as context.</a:t>
            </a:r>
          </a:p>
        </p:txBody>
      </p:sp>
      <p:sp>
        <p:nvSpPr>
          <p:cNvPr id="506" name="Google Shape;506;p95"/>
          <p:cNvSpPr txBox="1">
            <a:spLocks noGrp="1"/>
          </p:cNvSpPr>
          <p:nvPr>
            <p:ph type="sldNum" idx="12"/>
          </p:nvPr>
        </p:nvSpPr>
        <p:spPr>
          <a:xfrm>
            <a:off x="8189683" y="4397417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507" name="Google Shape;507;p95"/>
          <p:cNvSpPr txBox="1">
            <a:spLocks noGrp="1"/>
          </p:cNvSpPr>
          <p:nvPr>
            <p:ph type="body" idx="3"/>
          </p:nvPr>
        </p:nvSpPr>
        <p:spPr>
          <a:xfrm>
            <a:off x="4626875" y="1131100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26251E"/>
                </a:solidFill>
                <a:latin typeface="Helvetica Neue"/>
              </a:rPr>
              <a:t>Project Description</a:t>
            </a:r>
            <a:endParaRPr/>
          </a:p>
          <a:p>
            <a:r>
              <a:rPr sz="400">
                <a:latin typeface="Helvetica Neue"/>
              </a:rPr>
              <a:t/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• Brought our legacy Java/Spring Batch ETL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  (50K LOC, 200+ jobs) to migrate to Python.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• Selected because Java ETL blocks AI/ML adoption,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  inflates infra cost, and slows the data team.</a:t>
            </a:r>
          </a:p>
        </p:txBody>
      </p:sp>
      <p:sp>
        <p:nvSpPr>
          <p:cNvPr id="508" name="Google Shape;508;p95"/>
          <p:cNvSpPr txBox="1">
            <a:spLocks noGrp="1"/>
          </p:cNvSpPr>
          <p:nvPr>
            <p:ph type="body" idx="5"/>
          </p:nvPr>
        </p:nvSpPr>
        <p:spPr>
          <a:xfrm>
            <a:off x="4626875" y="2871216"/>
            <a:ext cx="4133100" cy="1627500"/>
          </a:xfrm>
          <a:prstGeom prst="rect">
            <a:avLst/>
          </a:prstGeom>
        </p:spPr>
        <p:txBody>
          <a:bodyPr spcFirstLastPara="1" wrap="square" lIns="128000" tIns="128000" rIns="128000" bIns="1280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26251E"/>
                </a:solidFill>
                <a:latin typeface="Helvetica Neue"/>
              </a:rPr>
              <a:t>Project Outcomes</a:t>
            </a:r>
            <a:endParaRPr/>
          </a:p>
          <a:p>
            <a:r>
              <a:rPr sz="400">
                <a:latin typeface="Helvetica Neue"/>
              </a:rPr>
              <a:t/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• Cursor helped most on translation + auto-test gen.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• 5K LOC sample job migrated end-to-end in ~9 hours.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• 0 mismatches vs Java on 1.2M-row golden dataset.</a:t>
            </a:r>
          </a:p>
          <a:p>
            <a:r>
              <a:rPr sz="1000">
                <a:solidFill>
                  <a:srgbClr val="26251E"/>
                </a:solidFill>
                <a:latin typeface="Helvetica Neue"/>
              </a:rPr>
              <a:t>• Test coverage 0% → 86%, runtime −15%.</a:t>
            </a:r>
          </a:p>
        </p:txBody>
      </p:sp>
      <p:sp>
        <p:nvSpPr>
          <p:cNvPr id="509" name="Google Shape;509;p95"/>
          <p:cNvSpPr txBox="1">
            <a:spLocks noGrp="1"/>
          </p:cNvSpPr>
          <p:nvPr>
            <p:ph type="title"/>
          </p:nvPr>
        </p:nvSpPr>
        <p:spPr>
          <a:xfrm>
            <a:off x="384050" y="384048"/>
            <a:ext cx="6935400" cy="6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26251E"/>
                </a:solidFill>
                <a:latin typeface="Helvetica Neue"/>
              </a:rPr>
              <a:t>Cursor Hackathon Project — Java ETL → Python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74904"/>
            <a:ext cx="119481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4048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54E00"/>
                </a:solidFill>
                <a:latin typeface="Helvetica Neue"/>
              </a:rPr>
              <a:t>01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83759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6251E"/>
                </a:solidFill>
                <a:latin typeface="Helvetica Neue"/>
              </a:rPr>
              <a:t>Problem — Java ETL is blocking the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54480"/>
            <a:ext cx="8375904" cy="9525"/>
          </a:xfrm>
          <a:prstGeom prst="rect">
            <a:avLst/>
          </a:prstGeom>
          <a:solidFill>
            <a:srgbClr val="E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484632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69592"/>
                </a:solidFill>
                <a:latin typeface="Helvetica Neue"/>
              </a:rPr>
              <a:t>Cursor Hackathon  •  Java ETL → Python with Cursor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8463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91640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A 50K-LOC Spring Batch pipeline (200+ jobs, low test coverage, sparse docs) is the largest barrier to AI/ML adoption.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011680"/>
            <a:ext cx="2697480" cy="132588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011680"/>
            <a:ext cx="45720" cy="1325880"/>
          </a:xfrm>
          <a:prstGeom prst="rect">
            <a:avLst/>
          </a:prstGeom>
          <a:solidFill>
            <a:srgbClr val="F5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Paradigm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95728"/>
            <a:ext cx="2423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Static OO Java ↔ dynamic Python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1-to-1 ports produce non-Pythonic, slow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91256" y="2011680"/>
            <a:ext cx="2697480" cy="132588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91256" y="2011680"/>
            <a:ext cx="45720" cy="1325880"/>
          </a:xfrm>
          <a:prstGeom prst="rect">
            <a:avLst/>
          </a:prstGeom>
          <a:solidFill>
            <a:srgbClr val="F5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Library mismatch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2395728"/>
            <a:ext cx="2423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No equivalents for Spring Batch, JdbcTemplate,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Kafka Streams, Drools — must remap or rewrite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98464" y="2011680"/>
            <a:ext cx="2697480" cy="132588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8464" y="2011680"/>
            <a:ext cx="45720" cy="1325880"/>
          </a:xfrm>
          <a:prstGeom prst="rect">
            <a:avLst/>
          </a:prstGeom>
          <a:solidFill>
            <a:srgbClr val="F5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Performance &amp; GIL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2395728"/>
            <a:ext cx="2423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Pure CPython is 3–10× slower than the JVM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Forces Polars / PySpark redesign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447288"/>
            <a:ext cx="2697480" cy="132588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447288"/>
            <a:ext cx="45720" cy="1325880"/>
          </a:xfrm>
          <a:prstGeom prst="rect">
            <a:avLst/>
          </a:prstGeom>
          <a:solidFill>
            <a:srgbClr val="F5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387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Silent data drift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831336"/>
            <a:ext cx="2423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BigDecimal vs float, timezones, NULL/NaN,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encoding &amp; sort rules differ — wrong but quiet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91256" y="3447288"/>
            <a:ext cx="2697480" cy="132588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91256" y="3447288"/>
            <a:ext cx="45720" cy="1325880"/>
          </a:xfrm>
          <a:prstGeom prst="rect">
            <a:avLst/>
          </a:prstGeom>
          <a:solidFill>
            <a:srgbClr val="F5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35387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Legacy opacity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3831336"/>
            <a:ext cx="2423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&lt;20% test coverage, logic hidden in Spring AOP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Tribal knowledge lost with ex-employees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98464" y="3447288"/>
            <a:ext cx="2697480" cy="132588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98464" y="3447288"/>
            <a:ext cx="45720" cy="1325880"/>
          </a:xfrm>
          <a:prstGeom prst="rect">
            <a:avLst/>
          </a:prstGeom>
          <a:solidFill>
            <a:srgbClr val="F5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63056" y="35387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Project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831336"/>
            <a:ext cx="2423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Big-bang rewrite is unsafe; run-both is costly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>
                <a:solidFill>
                  <a:srgbClr val="26251E"/>
                </a:solidFill>
                <a:latin typeface="Helvetica Neue"/>
              </a:rPr>
              <a:t>50K LOC by hand ≈ months with no new value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4663440"/>
            <a:ext cx="8375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54E00"/>
                </a:solidFill>
                <a:latin typeface="Helvetica Neue"/>
              </a:rPr>
              <a:t>Question — How do we migrate fast, safely and with provable correctness, without a 5–10 person team for multiple quarters?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74904"/>
            <a:ext cx="119481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4048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54E00"/>
                </a:solidFill>
                <a:latin typeface="Helvetica Neue"/>
              </a:rPr>
              <a:t>02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83759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6251E"/>
                </a:solidFill>
                <a:latin typeface="Helvetica Neue"/>
              </a:rPr>
              <a:t>Impact — Why this is worth solving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54480"/>
            <a:ext cx="8375904" cy="9525"/>
          </a:xfrm>
          <a:prstGeom prst="rect">
            <a:avLst/>
          </a:prstGeom>
          <a:solidFill>
            <a:srgbClr val="E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484632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69592"/>
                </a:solidFill>
                <a:latin typeface="Helvetica Neue"/>
              </a:rPr>
              <a:t>Cursor Hackathon  •  Java ETL → Python with Cursor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8463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737360"/>
            <a:ext cx="1920240" cy="9601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82880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F54E00"/>
                </a:solidFill>
                <a:latin typeface="Helvetica Neue"/>
              </a:rPr>
              <a:t>−40%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3774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7A7974"/>
                </a:solidFill>
                <a:latin typeface="Helvetica Neue"/>
              </a:rPr>
              <a:t>Infra TCO /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95728" y="1737360"/>
            <a:ext cx="1920240" cy="9601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5728" y="182880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6251E"/>
                </a:solidFill>
                <a:latin typeface="Helvetica Neue"/>
              </a:rPr>
              <a:t>10×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23774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7A7974"/>
                </a:solidFill>
                <a:latin typeface="Helvetica Neue"/>
              </a:rPr>
              <a:t>Faster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788920"/>
            <a:ext cx="1920240" cy="9601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88036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F54E00"/>
                </a:solidFill>
                <a:latin typeface="Helvetica Neue"/>
              </a:rPr>
              <a:t>+86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4290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7A7974"/>
                </a:solidFill>
                <a:latin typeface="Helvetica Neue"/>
              </a:rPr>
              <a:t>Test coverage gain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95728" y="2788920"/>
            <a:ext cx="1920240" cy="9601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95728" y="288036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6251E"/>
                </a:solidFill>
                <a:latin typeface="Helvetica Neue"/>
              </a:rPr>
              <a:t>−70%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728" y="34290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7A7974"/>
                </a:solidFill>
                <a:latin typeface="Helvetica Neue"/>
              </a:rPr>
              <a:t>Onboarding time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63440" y="1737360"/>
          <a:ext cx="4114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Dimension</a:t>
                      </a:r>
                    </a:p>
                  </a:txBody>
                  <a:tcPr marL="73152" marR="73152">
                    <a:solidFill>
                      <a:srgbClr val="2625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Java ETL (before)</a:t>
                      </a:r>
                    </a:p>
                  </a:txBody>
                  <a:tcPr marL="73152" marR="73152">
                    <a:solidFill>
                      <a:srgbClr val="2625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Python + Cursor (after)</a:t>
                      </a:r>
                    </a:p>
                  </a:txBody>
                  <a:tcPr marL="73152" marR="73152">
                    <a:solidFill>
                      <a:srgbClr val="26251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Time-to-feature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3–5 days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&lt; 1 day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Avg runtime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Baseline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10–20% faster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Infra cost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60–70%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Test coverage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&lt; 20%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&gt; 80%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Onboarding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4–6 weeks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1–2 weeks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AI/ML integration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Hard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Native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84048" y="4114800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6251E"/>
                </a:solidFill>
                <a:latin typeface="Helvetica Neue"/>
              </a:rPr>
              <a:t>Stakeholder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4389120"/>
            <a:ext cx="837590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Business: </a:t>
            </a:r>
            <a:r>
              <a:rPr sz="1000">
                <a:solidFill>
                  <a:srgbClr val="26251E"/>
                </a:solidFill>
                <a:latin typeface="Helvetica Neue"/>
              </a:rPr>
              <a:t>shorter time-to-insight, lower TCO, AI/ML unlocked.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Engineering: </a:t>
            </a:r>
            <a:r>
              <a:rPr sz="1000">
                <a:solidFill>
                  <a:srgbClr val="26251E"/>
                </a:solidFill>
                <a:latin typeface="Helvetica Neue"/>
              </a:rPr>
              <a:t>modern code, high test coverage, faster CI/CD.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People: </a:t>
            </a:r>
            <a:r>
              <a:rPr sz="1000">
                <a:solidFill>
                  <a:srgbClr val="26251E"/>
                </a:solidFill>
                <a:latin typeface="Helvetica Neue"/>
              </a:rPr>
              <a:t>engineers focus on data logic, not Java boilerplate.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74904"/>
            <a:ext cx="119481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4048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54E00"/>
                </a:solidFill>
                <a:latin typeface="Helvetica Neue"/>
              </a:rPr>
              <a:t>03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83759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6251E"/>
                </a:solidFill>
                <a:latin typeface="Helvetica Neue"/>
              </a:rPr>
              <a:t>Solution — Cursor as Migration Co-Pilot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54480"/>
            <a:ext cx="8375904" cy="9525"/>
          </a:xfrm>
          <a:prstGeom prst="rect">
            <a:avLst/>
          </a:prstGeom>
          <a:solidFill>
            <a:srgbClr val="E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484632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69592"/>
                </a:solidFill>
                <a:latin typeface="Helvetica Neue"/>
              </a:rPr>
              <a:t>Cursor Hackathon  •  Java ETL → Python with Cursor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8463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91640"/>
            <a:ext cx="8375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A 5-step pipeline keeps the AI bounded by deterministic checks at every stage.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057400"/>
            <a:ext cx="1627632" cy="14173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3776" y="2167128"/>
            <a:ext cx="274320" cy="274320"/>
          </a:xfrm>
          <a:prstGeom prst="ellipse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148840"/>
            <a:ext cx="1124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6251E"/>
                </a:solidFill>
                <a:latin typeface="Helvetica Neue"/>
              </a:rPr>
              <a:t>Inventory &amp; 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2560320"/>
            <a:ext cx="135331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6251E"/>
                </a:solidFill>
                <a:latin typeface="Helvetica Neue"/>
              </a:rPr>
              <a:t>Parse the Java repo, build a dependency graph, classify jobs by complexity.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93392" y="2674620"/>
            <a:ext cx="100584" cy="182880"/>
          </a:xfrm>
          <a:prstGeom prst="rightArrow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057400"/>
            <a:ext cx="1627632" cy="14173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67128" y="2167128"/>
            <a:ext cx="274320" cy="274320"/>
          </a:xfrm>
          <a:prstGeom prst="ellipse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2148840"/>
            <a:ext cx="1124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6251E"/>
                </a:solidFill>
                <a:latin typeface="Helvetica Neue"/>
              </a:rPr>
              <a:t>AI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560320"/>
            <a:ext cx="135331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6251E"/>
                </a:solidFill>
                <a:latin typeface="Helvetica Neue"/>
              </a:rPr>
              <a:t>Cursor Agent + custom rules map Spring Batch → Airflow, JDBC → SQLAlchemy/Polars.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666744" y="2674620"/>
            <a:ext cx="100584" cy="182880"/>
          </a:xfrm>
          <a:prstGeom prst="rightArrow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30752" y="2057400"/>
            <a:ext cx="1627632" cy="14173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0" y="2167128"/>
            <a:ext cx="274320" cy="274320"/>
          </a:xfrm>
          <a:prstGeom prst="ellipse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87952" y="2148840"/>
            <a:ext cx="1124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6251E"/>
                </a:solidFill>
                <a:latin typeface="Helvetica Neue"/>
              </a:rPr>
              <a:t>Auto Test 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912" y="2560320"/>
            <a:ext cx="135331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6251E"/>
                </a:solidFill>
                <a:latin typeface="Helvetica Neue"/>
              </a:rPr>
              <a:t>Generate pytest from signatures + golden datasets captured from the Java run.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340096" y="2674620"/>
            <a:ext cx="100584" cy="182880"/>
          </a:xfrm>
          <a:prstGeom prst="rightArrow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4104" y="2057400"/>
            <a:ext cx="1627632" cy="14173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513832" y="2167128"/>
            <a:ext cx="274320" cy="274320"/>
          </a:xfrm>
          <a:prstGeom prst="ellipse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1304" y="2148840"/>
            <a:ext cx="1124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6251E"/>
                </a:solidFill>
                <a:latin typeface="Helvetica Neue"/>
              </a:rPr>
              <a:t>Validation Harness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1264" y="2560320"/>
            <a:ext cx="135331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6251E"/>
                </a:solidFill>
                <a:latin typeface="Helvetica Neue"/>
              </a:rPr>
              <a:t>Run Java vs Python in parallel, diff row-by-row, emit an HTML KPI report.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013448" y="2674620"/>
            <a:ext cx="100584" cy="182880"/>
          </a:xfrm>
          <a:prstGeom prst="rightArrow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77456" y="2057400"/>
            <a:ext cx="1627632" cy="14173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87184" y="2167128"/>
            <a:ext cx="274320" cy="274320"/>
          </a:xfrm>
          <a:prstGeom prst="ellipse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34656" y="2148840"/>
            <a:ext cx="1124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6251E"/>
                </a:solidFill>
                <a:latin typeface="Helvetica Neue"/>
              </a:rPr>
              <a:t>Human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4616" y="2560320"/>
            <a:ext cx="135331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6251E"/>
                </a:solidFill>
                <a:latin typeface="Helvetica Neue"/>
              </a:rPr>
              <a:t>Cursor proposes refactors (typing, async, vectorize). PR ships with a checklist.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3703320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Cursor capabilities used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3977639"/>
            <a:ext cx="837590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Cursor Agent: </a:t>
            </a:r>
            <a:r>
              <a:rPr sz="1000">
                <a:solidFill>
                  <a:srgbClr val="26251E"/>
                </a:solidFill>
                <a:latin typeface="Helvetica Neue"/>
              </a:rPr>
              <a:t>multi-file edits across whole modules at once.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Custom rules (.cursor/rules): </a:t>
            </a:r>
            <a:r>
              <a:rPr sz="1000">
                <a:solidFill>
                  <a:srgbClr val="26251E"/>
                </a:solidFill>
                <a:latin typeface="Helvetica Neue"/>
              </a:rPr>
              <a:t>enforce style, type hints, banned APIs.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Background agents: </a:t>
            </a:r>
            <a:r>
              <a:rPr sz="1000">
                <a:solidFill>
                  <a:srgbClr val="26251E"/>
                </a:solidFill>
                <a:latin typeface="Helvetica Neue"/>
              </a:rPr>
              <a:t>migrate many jobs in parallel overnight.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Inline chat: </a:t>
            </a:r>
            <a:r>
              <a:rPr sz="1000">
                <a:solidFill>
                  <a:srgbClr val="26251E"/>
                </a:solidFill>
                <a:latin typeface="Helvetica Neue"/>
              </a:rPr>
              <a:t>explain &amp; refactor specific business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74904"/>
            <a:ext cx="119481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4048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54E00"/>
                </a:solidFill>
                <a:latin typeface="Helvetica Neue"/>
              </a:rPr>
              <a:t>04 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83759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6251E"/>
                </a:solidFill>
                <a:latin typeface="Helvetica Neue"/>
              </a:rPr>
              <a:t>Architecture — End-to-end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54480"/>
            <a:ext cx="8375904" cy="9525"/>
          </a:xfrm>
          <a:prstGeom prst="rect">
            <a:avLst/>
          </a:prstGeom>
          <a:solidFill>
            <a:srgbClr val="E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484632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69592"/>
                </a:solidFill>
                <a:latin typeface="Helvetica Neue"/>
              </a:rPr>
              <a:t>Cursor Hackathon  •  Java ETL → Python with Cursor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8463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91640"/>
            <a:ext cx="8375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Each orange arrow marks a step accelerated by Cursor (translation, test gen, refactor).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194560"/>
            <a:ext cx="1783080" cy="777240"/>
          </a:xfrm>
          <a:prstGeom prst="roundRect">
            <a:avLst/>
          </a:prstGeom>
          <a:solidFill>
            <a:srgbClr val="262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Java ETL
(legacy)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2194560"/>
            <a:ext cx="1783080" cy="777240"/>
          </a:xfrm>
          <a:prstGeom prst="roundRect">
            <a:avLst/>
          </a:prstGeom>
          <a:solidFill>
            <a:srgbClr val="262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Parser / AST
+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2194560"/>
            <a:ext cx="1783080" cy="777240"/>
          </a:xfrm>
          <a:prstGeom prst="roundRect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Cursor Agent
(Translation)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194560"/>
            <a:ext cx="1783080" cy="777240"/>
          </a:xfrm>
          <a:prstGeom prst="roundRect">
            <a:avLst/>
          </a:prstGeom>
          <a:solidFill>
            <a:srgbClr val="262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Python ETL
Airflow + Polars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167128" y="2510028"/>
            <a:ext cx="164592" cy="146304"/>
          </a:xfrm>
          <a:prstGeom prst="rightArrow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114800" y="2510028"/>
            <a:ext cx="164592" cy="146304"/>
          </a:xfrm>
          <a:prstGeom prst="rightArrow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6062472" y="2510028"/>
            <a:ext cx="164592" cy="146304"/>
          </a:xfrm>
          <a:prstGeom prst="rightArrow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3520440"/>
            <a:ext cx="1783080" cy="777240"/>
          </a:xfrm>
          <a:prstGeom prst="roundRect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Validation Harness
(Diff vs Java)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7064" y="3520440"/>
            <a:ext cx="1783080" cy="777240"/>
          </a:xfrm>
          <a:prstGeom prst="roundRect">
            <a:avLst/>
          </a:prstGeom>
          <a:solidFill>
            <a:srgbClr val="262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Production
(Airflow / K8s)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045452" y="2971800"/>
            <a:ext cx="146304" cy="548640"/>
          </a:xfrm>
          <a:prstGeom prst="downArrow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eft Arrow 19"/>
          <p:cNvSpPr/>
          <p:nvPr/>
        </p:nvSpPr>
        <p:spPr>
          <a:xfrm>
            <a:off x="6062472" y="3835908"/>
            <a:ext cx="164592" cy="146304"/>
          </a:xfrm>
          <a:prstGeom prst="leftArrow">
            <a:avLst/>
          </a:prstGeom>
          <a:solidFill>
            <a:srgbClr val="F54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526280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Cursor’s 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4754880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 b="1">
                <a:solidFill>
                  <a:srgbClr val="7A7974"/>
                </a:solidFill>
                <a:latin typeface="Helvetica Neue"/>
              </a:rPr>
              <a:t>Translation + explanation, </a:t>
            </a:r>
            <a:r>
              <a:rPr sz="900">
                <a:solidFill>
                  <a:srgbClr val="7A7974"/>
                </a:solidFill>
                <a:latin typeface="Helvetica Neue"/>
              </a:rPr>
              <a:t>tests + fixtures, multi-file refactors.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74904"/>
            <a:ext cx="119481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4048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54E00"/>
                </a:solidFill>
                <a:latin typeface="Helvetica Neue"/>
              </a:rPr>
              <a:t>05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83759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6251E"/>
                </a:solidFill>
                <a:latin typeface="Helvetica Neue"/>
              </a:rPr>
              <a:t>Cursor Usage — End-to-end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54480"/>
            <a:ext cx="8375904" cy="9525"/>
          </a:xfrm>
          <a:prstGeom prst="rect">
            <a:avLst/>
          </a:prstGeom>
          <a:solidFill>
            <a:srgbClr val="E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484632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69592"/>
                </a:solidFill>
                <a:latin typeface="Helvetica Neue"/>
              </a:rPr>
              <a:t>Cursor Hackathon  •  Java ETL → Python with Cursor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8463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91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5–7 minute scenario,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011680"/>
            <a:ext cx="48463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0:30  </a:t>
            </a:r>
            <a:r>
              <a:rPr sz="1000">
                <a:solidFill>
                  <a:srgbClr val="26251E"/>
                </a:solidFill>
                <a:latin typeface="Helvetica Neue"/>
              </a:rPr>
              <a:t>Open the Java sample CustomerEnrichmentJob.java (~400 LOC, 3 steps).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1:30  </a:t>
            </a:r>
            <a:r>
              <a:rPr sz="1000">
                <a:solidFill>
                  <a:srgbClr val="26251E"/>
                </a:solidFill>
                <a:latin typeface="Helvetica Neue"/>
              </a:rPr>
              <a:t>Cursor Agent prompt: ‘Convert to an Airflow DAG using Polars, keep logic, add tests.’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2:00  </a:t>
            </a:r>
            <a:r>
              <a:rPr sz="1000">
                <a:solidFill>
                  <a:srgbClr val="26251E"/>
                </a:solidFill>
                <a:latin typeface="Helvetica Neue"/>
              </a:rPr>
              <a:t>Multi-file edit creates dags/, tasks/, tests/. Agent narrates each step.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1:00  </a:t>
            </a:r>
            <a:r>
              <a:rPr sz="1000">
                <a:solidFill>
                  <a:srgbClr val="26251E"/>
                </a:solidFill>
                <a:latin typeface="Helvetica Neue"/>
              </a:rPr>
              <a:t>pytest runs green against the golden dataset.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1:00  </a:t>
            </a:r>
            <a:r>
              <a:rPr sz="1000">
                <a:solidFill>
                  <a:srgbClr val="26251E"/>
                </a:solidFill>
                <a:latin typeface="Helvetica Neue"/>
              </a:rPr>
              <a:t>Validation harness: Java vs Python → 0 mismatches over 1.2M rows.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0:30  </a:t>
            </a:r>
            <a:r>
              <a:rPr sz="1000">
                <a:solidFill>
                  <a:srgbClr val="26251E"/>
                </a:solidFill>
                <a:latin typeface="Helvetica Neue"/>
              </a:rPr>
              <a:t>Show metrics: LOC −38%, runtime −15%, coverage 0% → 86%.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0680" y="1691640"/>
            <a:ext cx="3337560" cy="301752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691640"/>
            <a:ext cx="3337560" cy="365760"/>
          </a:xfrm>
          <a:prstGeom prst="rect">
            <a:avLst/>
          </a:prstGeom>
          <a:solidFill>
            <a:srgbClr val="262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746504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How Cursor accelerated build &amp;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94560"/>
            <a:ext cx="306324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 b="1">
                <a:solidFill>
                  <a:srgbClr val="26251E"/>
                </a:solidFill>
                <a:latin typeface="Helvetica Neue"/>
              </a:rPr>
              <a:t>Reads legacy fast: </a:t>
            </a:r>
            <a:r>
              <a:rPr sz="900">
                <a:solidFill>
                  <a:srgbClr val="26251E"/>
                </a:solidFill>
                <a:latin typeface="Helvetica Neue"/>
              </a:rPr>
              <a:t>explains Spring Batch in seconds.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 b="1">
                <a:solidFill>
                  <a:srgbClr val="26251E"/>
                </a:solidFill>
                <a:latin typeface="Helvetica Neue"/>
              </a:rPr>
              <a:t>Idiomatic translation: </a:t>
            </a:r>
            <a:r>
              <a:rPr sz="900">
                <a:solidFill>
                  <a:srgbClr val="26251E"/>
                </a:solidFill>
                <a:latin typeface="Helvetica Neue"/>
              </a:rPr>
              <a:t>not 1-to-1 — Pythonic, vectorized.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 b="1">
                <a:solidFill>
                  <a:srgbClr val="26251E"/>
                </a:solidFill>
                <a:latin typeface="Helvetica Neue"/>
              </a:rPr>
              <a:t>Auto tests: </a:t>
            </a:r>
            <a:r>
              <a:rPr sz="900">
                <a:solidFill>
                  <a:srgbClr val="26251E"/>
                </a:solidFill>
                <a:latin typeface="Helvetica Neue"/>
              </a:rPr>
              <a:t>pytest + fixtures from real schema.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 b="1">
                <a:solidFill>
                  <a:srgbClr val="26251E"/>
                </a:solidFill>
                <a:latin typeface="Helvetica Neue"/>
              </a:rPr>
              <a:t>Cross-file refactor: </a:t>
            </a:r>
            <a:r>
              <a:rPr sz="900">
                <a:solidFill>
                  <a:srgbClr val="26251E"/>
                </a:solidFill>
                <a:latin typeface="Helvetica Neue"/>
              </a:rPr>
              <a:t>renames stay consistent everywhere.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 b="1">
                <a:solidFill>
                  <a:srgbClr val="26251E"/>
                </a:solidFill>
                <a:latin typeface="Helvetica Neue"/>
              </a:rPr>
              <a:t>Background agents: </a:t>
            </a:r>
            <a:r>
              <a:rPr sz="900">
                <a:solidFill>
                  <a:srgbClr val="26251E"/>
                </a:solidFill>
                <a:latin typeface="Helvetica Neue"/>
              </a:rPr>
              <a:t>migrate many jobs in parallel overnight.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900" b="1">
                <a:solidFill>
                  <a:srgbClr val="26251E"/>
                </a:solidFill>
                <a:latin typeface="Helvetica Neue"/>
              </a:rPr>
              <a:t>Code review: </a:t>
            </a:r>
            <a:r>
              <a:rPr sz="900">
                <a:solidFill>
                  <a:srgbClr val="26251E"/>
                </a:solidFill>
                <a:latin typeface="Helvetica Neue"/>
              </a:rPr>
              <a:t>flags semantic drift on the Java↔Py diff.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754880"/>
            <a:ext cx="8375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A7974"/>
                </a:solidFill>
                <a:latin typeface="Helvetica Neue"/>
              </a:rPr>
              <a:t>Tech stack:  Python 3.12 · Polars · Airflow 2 · SQLAlchemy · pytest · Cursor (Agent + Rules + Background) · GitHub 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74904"/>
            <a:ext cx="119481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4048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54E00"/>
                </a:solidFill>
                <a:latin typeface="Helvetica Neue"/>
              </a:rPr>
              <a:t>06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83759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6251E"/>
                </a:solidFill>
                <a:latin typeface="Helvetica Neue"/>
              </a:rPr>
              <a:t>Results — Measured on a 5K-LOC Java sample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54480"/>
            <a:ext cx="8375904" cy="9525"/>
          </a:xfrm>
          <a:prstGeom prst="rect">
            <a:avLst/>
          </a:prstGeom>
          <a:solidFill>
            <a:srgbClr val="E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484632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69592"/>
                </a:solidFill>
                <a:latin typeface="Helvetica Neue"/>
              </a:rPr>
              <a:t>Cursor Hackathon  •  Java ETL → Python with Cursor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8463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737360"/>
          <a:ext cx="55778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460"/>
                <a:gridCol w="1394460"/>
                <a:gridCol w="1394460"/>
                <a:gridCol w="139446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marL="73152" marR="73152">
                    <a:solidFill>
                      <a:srgbClr val="2625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Before (Java)</a:t>
                      </a:r>
                    </a:p>
                  </a:txBody>
                  <a:tcPr marL="73152" marR="73152">
                    <a:solidFill>
                      <a:srgbClr val="2625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After (Python + Cursor)</a:t>
                      </a:r>
                    </a:p>
                  </a:txBody>
                  <a:tcPr marL="73152" marR="73152">
                    <a:solidFill>
                      <a:srgbClr val="2625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Δ</a:t>
                      </a:r>
                    </a:p>
                  </a:txBody>
                  <a:tcPr marL="73152" marR="73152">
                    <a:solidFill>
                      <a:srgbClr val="26251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Lines of Code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5,120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3,180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54E00"/>
                          </a:solidFill>
                          <a:latin typeface="Helvetica Neue"/>
                        </a:rPr>
                        <a:t>−38%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Avg job runtime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412 s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350 s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54E00"/>
                          </a:solidFill>
                          <a:latin typeface="Helvetica Neue"/>
                        </a:rPr>
                        <a:t>−15%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Test coverage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86%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54E00"/>
                          </a:solidFill>
                          <a:latin typeface="Helvetica Neue"/>
                        </a:rPr>
                        <a:t>+86 pp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Memory peak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2.4 GB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1.1 GB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54E00"/>
                          </a:solidFill>
                          <a:latin typeface="Helvetica Neue"/>
                        </a:rPr>
                        <a:t>−54%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Migration effort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~120 dev-hrs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~9 hrs with Cursor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54E00"/>
                          </a:solidFill>
                          <a:latin typeface="Helvetica Neue"/>
                        </a:rPr>
                        <a:t>−92%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Output diff vs Java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n/a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6251E"/>
                          </a:solidFill>
                          <a:latin typeface="Helvetica Neue"/>
                        </a:rPr>
                        <a:t>0 / 1.2M rows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54E00"/>
                          </a:solidFill>
                          <a:latin typeface="Helvetica Neue"/>
                        </a:rPr>
                        <a:t>✅</a:t>
                      </a:r>
                    </a:p>
                  </a:txBody>
                  <a:tcPr marL="73152" marR="73152" marT="27432" marB="27432"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737360"/>
            <a:ext cx="2651760" cy="100584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82880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F54E00"/>
                </a:solidFill>
                <a:latin typeface="Helvetica Neue"/>
              </a:rPr>
              <a:t>10×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37744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7A7974"/>
                </a:solidFill>
                <a:latin typeface="Helvetica Neue"/>
              </a:rPr>
              <a:t>Faster vs hand-port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926080"/>
            <a:ext cx="2651760" cy="1005840"/>
          </a:xfrm>
          <a:prstGeom prst="rect">
            <a:avLst/>
          </a:prstGeom>
          <a:solidFill>
            <a:srgbClr val="F8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0175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6251E"/>
                </a:solidFill>
                <a:latin typeface="Helvetica Neue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566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7A7974"/>
                </a:solidFill>
                <a:latin typeface="Helvetica Neue"/>
              </a:rPr>
              <a:t>Output mismatches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4160520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6251E"/>
                </a:solidFill>
                <a:latin typeface="Helvetica Neue"/>
              </a:rPr>
              <a:t>Qualitative wins &amp; lessons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434840"/>
            <a:ext cx="837590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Modern codebase: </a:t>
            </a:r>
            <a:r>
              <a:rPr sz="1000">
                <a:solidFill>
                  <a:srgbClr val="26251E"/>
                </a:solidFill>
                <a:latin typeface="Helvetica Neue"/>
              </a:rPr>
              <a:t>type hints, docstrings, slots into dbt + MLflow.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Repeatable pattern: </a:t>
            </a:r>
            <a:r>
              <a:rPr sz="1000">
                <a:solidFill>
                  <a:srgbClr val="26251E"/>
                </a:solidFill>
                <a:latin typeface="Helvetica Neue"/>
              </a:rPr>
              <a:t>scales across the rest of the legacy ETL estate.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Lesson #1: </a:t>
            </a:r>
            <a:r>
              <a:rPr sz="1000">
                <a:solidFill>
                  <a:srgbClr val="26251E"/>
                </a:solidFill>
                <a:latin typeface="Helvetica Neue"/>
              </a:rPr>
              <a:t>Cursor needs context — schema, sample data, business rules.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000" b="1">
                <a:solidFill>
                  <a:srgbClr val="26251E"/>
                </a:solidFill>
                <a:latin typeface="Helvetica Neue"/>
              </a:rPr>
              <a:t>Lesson #2: </a:t>
            </a:r>
            <a:r>
              <a:rPr sz="1000">
                <a:solidFill>
                  <a:srgbClr val="26251E"/>
                </a:solidFill>
                <a:latin typeface="Helvetica Neue"/>
              </a:rPr>
              <a:t>the validation harness is what makes AI-migration production-grade.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74904"/>
            <a:ext cx="119481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4048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54E00"/>
                </a:solidFill>
                <a:latin typeface="Helvetica Neue"/>
              </a:rPr>
              <a:t>07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83759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6251E"/>
                </a:solidFill>
                <a:latin typeface="Helvetica Neue"/>
              </a:rPr>
              <a:t>Conclusion &amp;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54480"/>
            <a:ext cx="8375904" cy="9525"/>
          </a:xfrm>
          <a:prstGeom prst="rect">
            <a:avLst/>
          </a:prstGeom>
          <a:solidFill>
            <a:srgbClr val="E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484632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69592"/>
                </a:solidFill>
                <a:latin typeface="Helvetica Neue"/>
              </a:rPr>
              <a:t>Cursor Hackathon  •  Java ETL → Python with Cursor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484632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974"/>
                </a:solidFill>
                <a:latin typeface="Helvetica Neue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691640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6251E"/>
                </a:solidFill>
                <a:latin typeface="Helvetica Neue"/>
              </a:rPr>
              <a:t>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8375904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100" b="1">
                <a:solidFill>
                  <a:srgbClr val="26251E"/>
                </a:solidFill>
                <a:latin typeface="Helvetica Neue"/>
              </a:rPr>
              <a:t>Feasible: </a:t>
            </a:r>
            <a:r>
              <a:rPr sz="1100">
                <a:solidFill>
                  <a:srgbClr val="26251E"/>
                </a:solidFill>
                <a:latin typeface="Helvetica Neue"/>
              </a:rPr>
              <a:t>AI-assisted Java → Python migration runs end-to-end.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100" b="1">
                <a:solidFill>
                  <a:srgbClr val="26251E"/>
                </a:solidFill>
                <a:latin typeface="Helvetica Neue"/>
              </a:rPr>
              <a:t>Fast: </a:t>
            </a:r>
            <a:r>
              <a:rPr sz="1100">
                <a:solidFill>
                  <a:srgbClr val="26251E"/>
                </a:solidFill>
                <a:latin typeface="Helvetica Neue"/>
              </a:rPr>
              <a:t>10× speed-up vs hand-porting, materially lower cost.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100" b="1">
                <a:solidFill>
                  <a:srgbClr val="26251E"/>
                </a:solidFill>
                <a:latin typeface="Helvetica Neue"/>
              </a:rPr>
              <a:t>Safe: </a:t>
            </a:r>
            <a:r>
              <a:rPr sz="1100">
                <a:solidFill>
                  <a:srgbClr val="26251E"/>
                </a:solidFill>
                <a:latin typeface="Helvetica Neue"/>
              </a:rPr>
              <a:t>validation harness + auto tests ⇒ 0 mismatches vs Java.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200400"/>
            <a:ext cx="83759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6251E"/>
                </a:solidFill>
                <a:latin typeface="Helvetica Neue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474720"/>
            <a:ext cx="837590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100" b="1">
                <a:solidFill>
                  <a:srgbClr val="26251E"/>
                </a:solidFill>
                <a:latin typeface="Helvetica Neue"/>
              </a:rPr>
              <a:t>Open-source CLI: </a:t>
            </a:r>
            <a:r>
              <a:rPr sz="1100">
                <a:solidFill>
                  <a:srgbClr val="26251E"/>
                </a:solidFill>
                <a:latin typeface="Helvetica Neue"/>
              </a:rPr>
              <a:t>package the pipeline as etl-modernize.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100" b="1">
                <a:solidFill>
                  <a:srgbClr val="26251E"/>
                </a:solidFill>
                <a:latin typeface="Helvetica Neue"/>
              </a:rPr>
              <a:t>Expand sources: </a:t>
            </a:r>
            <a:r>
              <a:rPr sz="1100">
                <a:solidFill>
                  <a:srgbClr val="26251E"/>
                </a:solidFill>
                <a:latin typeface="Helvetica Neue"/>
              </a:rPr>
              <a:t>Scala, PL/SQL, Informatica → Python.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100" b="1">
                <a:solidFill>
                  <a:srgbClr val="26251E"/>
                </a:solidFill>
                <a:latin typeface="Helvetica Neue"/>
              </a:rPr>
              <a:t>Background agents: </a:t>
            </a:r>
            <a:r>
              <a:rPr sz="1100">
                <a:solidFill>
                  <a:srgbClr val="26251E"/>
                </a:solidFill>
                <a:latin typeface="Helvetica Neue"/>
              </a:rPr>
              <a:t>overnight migration of whole job estates.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F54E00"/>
                </a:solidFill>
                <a:latin typeface="Helvetica Neue"/>
              </a:rPr>
              <a:t>▸  </a:t>
            </a:r>
            <a:r>
              <a:rPr sz="1100" b="1">
                <a:solidFill>
                  <a:srgbClr val="26251E"/>
                </a:solidFill>
                <a:latin typeface="Helvetica Neue"/>
              </a:rPr>
              <a:t>AI reviewer: </a:t>
            </a:r>
            <a:r>
              <a:rPr sz="1100">
                <a:solidFill>
                  <a:srgbClr val="26251E"/>
                </a:solidFill>
                <a:latin typeface="Helvetica Neue"/>
              </a:rPr>
              <a:t>auto-checks semantic equivalence before merge.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4663440"/>
            <a:ext cx="8375904" cy="274320"/>
          </a:xfrm>
          <a:prstGeom prst="rect">
            <a:avLst/>
          </a:prstGeom>
          <a:solidFill>
            <a:srgbClr val="262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69087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Help your data team graduate from legacy ETL — with Cursor as the co-pilot.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rsor Simple">
  <a:themeElements>
    <a:clrScheme name="Simple Light">
      <a:dk1>
        <a:srgbClr val="EDECEC"/>
      </a:dk1>
      <a:lt1>
        <a:srgbClr val="969592"/>
      </a:lt1>
      <a:dk2>
        <a:srgbClr val="26251E"/>
      </a:dk2>
      <a:lt2>
        <a:srgbClr val="7A7974"/>
      </a:lt2>
      <a:accent1>
        <a:srgbClr val="14120B"/>
      </a:accent1>
      <a:accent2>
        <a:srgbClr val="FFFFFF"/>
      </a:accent2>
      <a:accent3>
        <a:srgbClr val="201E18"/>
      </a:accent3>
      <a:accent4>
        <a:srgbClr val="F8F8F6"/>
      </a:accent4>
      <a:accent5>
        <a:srgbClr val="201E18"/>
      </a:accent5>
      <a:accent6>
        <a:srgbClr val="F3F3F1"/>
      </a:accent6>
      <a:hlink>
        <a:srgbClr val="F54E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2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Cursor Simple</vt:lpstr>
      <vt:lpstr>Cursor Sprint Day Results</vt:lpstr>
      <vt:lpstr>Cursor Hackathon Project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modified xsi:type="dcterms:W3CDTF">2026-04-28T02:32:21Z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2026-04-27T17:05:26Z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cd5e5a7d-d9a4-481c-9404-88ee76b764ea</vt:lpwstr>
  </property>
  <property fmtid="{D5CDD505-2E9C-101B-9397-08002B2CF9AE}" pid="7" name="MSIP_Label_defa4170-0d19-0005-0004-bc88714345d2_ActionId">
    <vt:lpwstr>cc6c665a-f4f7-43ad-a66d-8d2e7f9c5cb8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10, 3, 0, 2</vt:lpwstr>
  </property>
</Properties>
</file>