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0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Helvetica Neue" panose="020B060402020202020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D54AB1-643A-B817-E139-738ED08CF281}" v="1" dt="2026-04-28T02:32:11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halaxmi Panigrahi" userId="S::subhalaxmi.panigrahi@hitachids.com::ec96b32a-1fc1-4c7c-86d9-89cf82d04a62" providerId="AD" clId="Web-{166241C4-356E-D261-8896-C54AEB1C457D}"/>
    <pc:docChg chg="mod">
      <pc:chgData name="Subhalaxmi Panigrahi" userId="S::subhalaxmi.panigrahi@hitachids.com::ec96b32a-1fc1-4c7c-86d9-89cf82d04a62" providerId="AD" clId="Web-{166241C4-356E-D261-8896-C54AEB1C457D}" dt="2026-04-27T17:05:26.494" v="0" actId="33475"/>
      <pc:docMkLst>
        <pc:docMk/>
      </pc:docMkLst>
    </pc:docChg>
  </pc:docChgLst>
  <pc:docChgLst>
    <pc:chgData name="Phuong Huy Nguyen" userId="S::phuong.huynguyen@hitachids.com::4eb1443d-cb90-445c-ab07-f80f19e0edaf" providerId="AD" clId="Web-{00D54AB1-643A-B817-E139-738ED08CF281}"/>
    <pc:docChg chg="modSld">
      <pc:chgData name="Phuong Huy Nguyen" userId="S::phuong.huynguyen@hitachids.com::4eb1443d-cb90-445c-ab07-f80f19e0edaf" providerId="AD" clId="Web-{00D54AB1-643A-B817-E139-738ED08CF281}" dt="2026-04-28T02:32:11.853" v="0" actId="20577"/>
      <pc:docMkLst>
        <pc:docMk/>
      </pc:docMkLst>
      <pc:sldChg chg="modSp">
        <pc:chgData name="Phuong Huy Nguyen" userId="S::phuong.huynguyen@hitachids.com::4eb1443d-cb90-445c-ab07-f80f19e0edaf" providerId="AD" clId="Web-{00D54AB1-643A-B817-E139-738ED08CF281}" dt="2026-04-28T02:32:11.853" v="0" actId="20577"/>
        <pc:sldMkLst>
          <pc:docMk/>
          <pc:sldMk cId="0" sldId="257"/>
        </pc:sldMkLst>
        <pc:spChg chg="mod">
          <ac:chgData name="Phuong Huy Nguyen" userId="S::phuong.huynguyen@hitachids.com::4eb1443d-cb90-445c-ab07-f80f19e0edaf" providerId="AD" clId="Web-{00D54AB1-643A-B817-E139-738ED08CF281}" dt="2026-04-28T02:32:11.853" v="0" actId="20577"/>
          <ac:spMkLst>
            <pc:docMk/>
            <pc:sldMk cId="0" sldId="257"/>
            <ac:spMk id="50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c0994358e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c0994358e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Good morning everyone — really glad to have you all here. Thank you for participating in Cursor’s first Hackathon for R&amp;S!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I'm Jenna, R&amp;S’s dedicated account manager, and joining me today are Ryan Sudhakaran, our Field Engineer and Ryan Aznar, our AI Deployment Manager, who'll be hands-on with you throughout the build sessions,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Today’s focus will be around shipping real work from your backlog that will make it into production by end of day.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We're here to help you do that.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Let's kick things off.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cd31bff6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cd31bff61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0] 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84050" y="660875"/>
            <a:ext cx="6977700" cy="187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50"/>
              <a:buNone/>
              <a:defRPr sz="365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84050" y="2572259"/>
            <a:ext cx="6977700" cy="187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50"/>
              <a:buNone/>
              <a:defRPr sz="365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 title="Frame 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4050" y="374904"/>
            <a:ext cx="1166813" cy="28598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0*] Title">
  <p:cSld name="TITLE_2">
    <p:bg>
      <p:bgPr>
        <a:solidFill>
          <a:schemeClr val="accen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384050" y="667075"/>
            <a:ext cx="6977700" cy="1872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65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384050" y="2572259"/>
            <a:ext cx="6977700" cy="187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50"/>
              <a:buNone/>
              <a:defRPr sz="365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3" title="Frame 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4050" y="378793"/>
            <a:ext cx="1166813" cy="28827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2a] Section Title">
  <p:cSld name="TITLE_2_1">
    <p:bg>
      <p:bgPr>
        <a:solidFill>
          <a:schemeClr val="accent2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4050" y="450150"/>
            <a:ext cx="69681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50"/>
              <a:buFont typeface="Helvetica Neue"/>
              <a:buNone/>
              <a:defRPr sz="36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2a*] Section Title">
  <p:cSld name="TITLE_2_1_1">
    <p:bg>
      <p:bgPr>
        <a:solidFill>
          <a:schemeClr val="accen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84050" y="450150"/>
            <a:ext cx="69681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50"/>
              <a:buFont typeface="Helvetica Neue"/>
              <a:buNone/>
              <a:defRPr sz="36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2a**] Section Title">
  <p:cSld name="TITLE_2_1_1_3">
    <p:bg>
      <p:bgPr>
        <a:solidFill>
          <a:srgbClr val="F44E0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84050" y="450150"/>
            <a:ext cx="69681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50"/>
              <a:buFont typeface="Helvetica Neue"/>
              <a:buNone/>
              <a:defRPr sz="36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2b] Section Title Large">
  <p:cSld name="TITLE_2_1_1_2">
    <p:bg>
      <p:bgPr>
        <a:solidFill>
          <a:schemeClr val="accen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84050" y="450150"/>
            <a:ext cx="69681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50"/>
              <a:buFont typeface="Helvetica Neue"/>
              <a:buNone/>
              <a:defRPr sz="50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2b*] Section Title Large">
  <p:cSld name="TITLE_2_1_1_2_1">
    <p:bg>
      <p:bgPr>
        <a:solidFill>
          <a:schemeClr val="accen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384050" y="450150"/>
            <a:ext cx="69681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50"/>
              <a:buFont typeface="Helvetica Neue"/>
              <a:buNone/>
              <a:defRPr sz="50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2b**] Section Title Large">
  <p:cSld name="TITLE_2_1_1_2_1_1">
    <p:bg>
      <p:bgPr>
        <a:solidFill>
          <a:srgbClr val="F44E0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384050" y="450150"/>
            <a:ext cx="69681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50"/>
              <a:buFont typeface="Helvetica Neue"/>
              <a:buNone/>
              <a:defRPr sz="50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2c] Section Title + Subtitle">
  <p:cSld name="TITLE_2_1_1_1">
    <p:bg>
      <p:bgPr>
        <a:solidFill>
          <a:schemeClr val="accent2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ctrTitle"/>
          </p:nvPr>
        </p:nvSpPr>
        <p:spPr>
          <a:xfrm>
            <a:off x="384050" y="487399"/>
            <a:ext cx="69777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50"/>
              <a:buNone/>
              <a:defRPr sz="365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ubTitle" idx="1"/>
          </p:nvPr>
        </p:nvSpPr>
        <p:spPr>
          <a:xfrm>
            <a:off x="384050" y="2572249"/>
            <a:ext cx="6977700" cy="205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50"/>
              <a:buNone/>
              <a:defRPr sz="365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2c*] Section Title + Subtitle">
  <p:cSld name="TITLE_2_1_1_1_1">
    <p:bg>
      <p:bgPr>
        <a:solidFill>
          <a:schemeClr val="accen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ctrTitle"/>
          </p:nvPr>
        </p:nvSpPr>
        <p:spPr>
          <a:xfrm>
            <a:off x="384050" y="487399"/>
            <a:ext cx="69777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65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ubTitle" idx="1"/>
          </p:nvPr>
        </p:nvSpPr>
        <p:spPr>
          <a:xfrm>
            <a:off x="384050" y="2572256"/>
            <a:ext cx="6977700" cy="205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50"/>
              <a:buNone/>
              <a:defRPr sz="365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1a] Blank">
  <p:cSld name="TITLE_2_1_1_1_1_2">
    <p:bg>
      <p:bgPr>
        <a:solidFill>
          <a:schemeClr val="accent2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1a*] Blank">
  <p:cSld name="TITLE_2_1_1_1_1_2_1">
    <p:bg>
      <p:bgPr>
        <a:solidFill>
          <a:schemeClr val="accen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1b] Blank Grid">
  <p:cSld name="TITLE_2_1_1_1_1_2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1b*] Blank Grid">
  <p:cSld name="TITLE_2_1_1_1_1_2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7a] Loading Animation">
  <p:cSld name="TITLE_2_1_1_1_1_1">
    <p:bg>
      <p:bgPr>
        <a:solidFill>
          <a:schemeClr val="accen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6" title="LOADING_ANIMATION_BW_DARK_centered_12pct_1600x1000.gif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0" y="1142992"/>
            <a:ext cx="4572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7b] End Animation">
  <p:cSld name="TITLE_2_1_1_1_1_1_2">
    <p:bg>
      <p:bgPr>
        <a:solidFill>
          <a:schemeClr val="accen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7" title="END_CARD_STATIC_B_W_DARK_16_9.gif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38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a] Title + Text">
  <p:cSld name="TITLE_2_1_1_1_1_1_1">
    <p:bg>
      <p:bgPr>
        <a:solidFill>
          <a:schemeClr val="accent2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None/>
              <a:defRPr sz="18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69354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a*] Title + Text">
  <p:cSld name="TITLE_2_1_1_1_1_1_1_1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69354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c] Title + Text 2-col">
  <p:cSld name="TITLE_2_1_1_1_1_1_1_1_1">
    <p:bg>
      <p:bgPr>
        <a:solidFill>
          <a:schemeClr val="accent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>
            <a:spLocks noGrp="1"/>
          </p:cNvSpPr>
          <p:nvPr>
            <p:ph type="body" idx="1"/>
          </p:nvPr>
        </p:nvSpPr>
        <p:spPr>
          <a:xfrm>
            <a:off x="384050" y="1133850"/>
            <a:ext cx="4133100" cy="326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2"/>
          </p:nvPr>
        </p:nvSpPr>
        <p:spPr>
          <a:xfrm>
            <a:off x="4608576" y="1133856"/>
            <a:ext cx="41331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Helvetica Neue"/>
              <a:buChar char="●"/>
              <a:defRPr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Helvetica Neue"/>
              <a:buChar char="○"/>
              <a:defRPr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Helvetica Neue"/>
              <a:buChar char="■"/>
              <a:defRPr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Helvetica Neue"/>
              <a:buChar char="●"/>
              <a:defRPr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Helvetica Neue"/>
              <a:buChar char="○"/>
              <a:defRPr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Helvetica Neue"/>
              <a:buChar char="■"/>
              <a:defRPr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Helvetica Neue"/>
              <a:buChar char="●"/>
              <a:defRPr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Helvetica Neue"/>
              <a:buChar char="○"/>
              <a:defRPr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Helvetica Neue"/>
              <a:buChar char="■"/>
              <a:defRPr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c*] Title + Text 2-col">
  <p:cSld name="TITLE_2_1_1_1_1_1_1_1_1_1">
    <p:bg>
      <p:bgPr>
        <a:solidFill>
          <a:schemeClr val="accen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>
            <a:spLocks noGrp="1"/>
          </p:cNvSpPr>
          <p:nvPr>
            <p:ph type="body" idx="1"/>
          </p:nvPr>
        </p:nvSpPr>
        <p:spPr>
          <a:xfrm>
            <a:off x="384050" y="1133850"/>
            <a:ext cx="4133100" cy="326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2"/>
          </p:nvPr>
        </p:nvSpPr>
        <p:spPr>
          <a:xfrm>
            <a:off x="4608575" y="1133850"/>
            <a:ext cx="4133100" cy="365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d] Title + Text Small">
  <p:cSld name="TITLE_2_1_1_1_1_1_1_1_1_1_2">
    <p:bg>
      <p:bgPr>
        <a:solidFill>
          <a:schemeClr val="accent2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None/>
              <a:defRPr sz="18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body" idx="2"/>
          </p:nvPr>
        </p:nvSpPr>
        <p:spPr>
          <a:xfrm>
            <a:off x="384050" y="1131100"/>
            <a:ext cx="69354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d*] Title + Text Small">
  <p:cSld name="TITLE_2_1_1_1_1_1_1_1_1_1_2_1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body" idx="2"/>
          </p:nvPr>
        </p:nvSpPr>
        <p:spPr>
          <a:xfrm>
            <a:off x="384050" y="1131100"/>
            <a:ext cx="69354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e] Title + Text Small 2-col">
  <p:cSld name="TITLE_2_1_1_1_1_1_1_1_1_1_2_1_1">
    <p:bg>
      <p:bgPr>
        <a:solidFill>
          <a:schemeClr val="accent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None/>
              <a:defRPr sz="18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body" idx="2"/>
          </p:nvPr>
        </p:nvSpPr>
        <p:spPr>
          <a:xfrm>
            <a:off x="384050" y="1131100"/>
            <a:ext cx="41331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body" idx="3"/>
          </p:nvPr>
        </p:nvSpPr>
        <p:spPr>
          <a:xfrm>
            <a:off x="4608576" y="1131100"/>
            <a:ext cx="41331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e*] Title + Text Small 2-col">
  <p:cSld name="TITLE_2_1_1_1_1_1_1_1_1_1_2_1_1_1">
    <p:bg>
      <p:bgPr>
        <a:solidFill>
          <a:schemeClr val="accen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>
            <a:spLocks noGrp="1"/>
          </p:cNvSpPr>
          <p:nvPr>
            <p:ph type="body" idx="1"/>
          </p:nvPr>
        </p:nvSpPr>
        <p:spPr>
          <a:xfrm>
            <a:off x="384050" y="1133850"/>
            <a:ext cx="4133100" cy="326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body" idx="2"/>
          </p:nvPr>
        </p:nvSpPr>
        <p:spPr>
          <a:xfrm>
            <a:off x="4608575" y="1133850"/>
            <a:ext cx="4133100" cy="365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5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f] Text">
  <p:cSld name="TITLE_2_1_1_1_1_1_1_1_1_1_1">
    <p:bg>
      <p:bgPr>
        <a:solidFill>
          <a:schemeClr val="accent2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>
            <a:spLocks noGrp="1"/>
          </p:cNvSpPr>
          <p:nvPr>
            <p:ph type="body" idx="1"/>
          </p:nvPr>
        </p:nvSpPr>
        <p:spPr>
          <a:xfrm>
            <a:off x="384050" y="384050"/>
            <a:ext cx="69312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body" idx="2"/>
          </p:nvPr>
        </p:nvSpPr>
        <p:spPr>
          <a:xfrm>
            <a:off x="384050" y="4398350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f*] Text">
  <p:cSld name="TITLE_2_1_1_1_1_1_1_1_1_1_1_1">
    <p:bg>
      <p:bgPr>
        <a:solidFill>
          <a:schemeClr val="accen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>
            <a:spLocks noGrp="1"/>
          </p:cNvSpPr>
          <p:nvPr>
            <p:ph type="body" idx="1"/>
          </p:nvPr>
        </p:nvSpPr>
        <p:spPr>
          <a:xfrm>
            <a:off x="384050" y="384050"/>
            <a:ext cx="69312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0" name="Google Shape;130;p27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g] Text Large">
  <p:cSld name="TITLE_2_1_1_1_1_1_1_1_1_1_1_1_1">
    <p:bg>
      <p:bgPr>
        <a:solidFill>
          <a:schemeClr val="accent2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>
            <a:spLocks noGrp="1"/>
          </p:cNvSpPr>
          <p:nvPr>
            <p:ph type="body" idx="1"/>
          </p:nvPr>
        </p:nvSpPr>
        <p:spPr>
          <a:xfrm>
            <a:off x="384050" y="384050"/>
            <a:ext cx="69312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●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○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■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●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○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■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●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○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■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28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g*] Text Large">
  <p:cSld name="TITLE_2_1_1_1_1_1_1_1_1_1_1_1_1_1">
    <p:bg>
      <p:bgPr>
        <a:solidFill>
          <a:schemeClr val="accen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>
            <a:spLocks noGrp="1"/>
          </p:cNvSpPr>
          <p:nvPr>
            <p:ph type="body" idx="1"/>
          </p:nvPr>
        </p:nvSpPr>
        <p:spPr>
          <a:xfrm>
            <a:off x="384050" y="384050"/>
            <a:ext cx="69312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0" name="Google Shape;140;p29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h] Text Small">
  <p:cSld name="TITLE_2_1_1_1_1_1_1_1_1_1_1_1_1_1_1">
    <p:bg>
      <p:bgPr>
        <a:solidFill>
          <a:schemeClr val="accent2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>
            <a:spLocks noGrp="1"/>
          </p:cNvSpPr>
          <p:nvPr>
            <p:ph type="body" idx="1"/>
          </p:nvPr>
        </p:nvSpPr>
        <p:spPr>
          <a:xfrm>
            <a:off x="384050" y="384050"/>
            <a:ext cx="69312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5" name="Google Shape;145;p30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h*] Text Small">
  <p:cSld name="TITLE_2_1_1_1_1_1_1_1_1_1_1_1_1_1_1_1">
    <p:bg>
      <p:bgPr>
        <a:solidFill>
          <a:schemeClr val="accent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>
            <a:spLocks noGrp="1"/>
          </p:cNvSpPr>
          <p:nvPr>
            <p:ph type="body" idx="1"/>
          </p:nvPr>
        </p:nvSpPr>
        <p:spPr>
          <a:xfrm>
            <a:off x="384050" y="384050"/>
            <a:ext cx="69312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50" name="Google Shape;150;p31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31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6] Big Number">
  <p:cSld name="TITLE_2_1_1_1_1_1_1_1_1_1_1_1_1_1_1_1_1">
    <p:bg>
      <p:bgPr>
        <a:solidFill>
          <a:schemeClr val="accent2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0"/>
              <a:buFont typeface="Helvetica Neue Light"/>
              <a:buNone/>
              <a:defRPr sz="90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5" name="Google Shape;155;p3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32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6*] Big Number">
  <p:cSld name="TITLE_2_1_1_1_1_1_1_1_1_1_1_1_1_1_1_1_1_1">
    <p:bg>
      <p:bgPr>
        <a:solidFill>
          <a:schemeClr val="accen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Helvetica Neue Light"/>
              <a:buNone/>
              <a:defRPr sz="9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1" name="Google Shape;161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2" name="Google Shape;162;p33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33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33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4a] Title + Image">
  <p:cSld name="TITLE_2_1_1_1_1_1_1_1_1_1_1_1_1_1_1_1_1_1_1">
    <p:bg>
      <p:bgPr>
        <a:solidFill>
          <a:schemeClr val="accent2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 txBox="1">
            <a:spLocks noGrp="1"/>
          </p:cNvSpPr>
          <p:nvPr>
            <p:ph type="title"/>
          </p:nvPr>
        </p:nvSpPr>
        <p:spPr>
          <a:xfrm>
            <a:off x="384048" y="384048"/>
            <a:ext cx="6931200" cy="46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4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83577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 txBox="1">
            <a:spLocks noGrp="1"/>
          </p:cNvSpPr>
          <p:nvPr>
            <p:ph type="body" idx="1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4a*] Title + Image">
  <p:cSld name="TITLE_2_1_1_1_1_1_1_1_1_1_1_1_1_1_1_1_1_1_1_1">
    <p:bg>
      <p:bgPr>
        <a:solidFill>
          <a:schemeClr val="accent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5"/>
          <p:cNvSpPr txBox="1">
            <a:spLocks noGrp="1"/>
          </p:cNvSpPr>
          <p:nvPr>
            <p:ph type="title"/>
          </p:nvPr>
        </p:nvSpPr>
        <p:spPr>
          <a:xfrm>
            <a:off x="384048" y="384048"/>
            <a:ext cx="6931200" cy="46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35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83577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5"/>
          <p:cNvSpPr txBox="1">
            <a:spLocks noGrp="1"/>
          </p:cNvSpPr>
          <p:nvPr>
            <p:ph type="body" idx="1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4b] Title + Image 2-up">
  <p:cSld name="TITLE_2_1_1_1_1_1_1_1_1_1_1_1_1_1_1_1_1_1_1_1_1">
    <p:bg>
      <p:bgPr>
        <a:solidFill>
          <a:schemeClr val="accent2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6"/>
          <p:cNvSpPr txBox="1">
            <a:spLocks noGrp="1"/>
          </p:cNvSpPr>
          <p:nvPr>
            <p:ph type="title"/>
          </p:nvPr>
        </p:nvSpPr>
        <p:spPr>
          <a:xfrm>
            <a:off x="384048" y="384048"/>
            <a:ext cx="6931200" cy="46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6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41331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6"/>
          <p:cNvSpPr>
            <a:spLocks noGrp="1"/>
          </p:cNvSpPr>
          <p:nvPr>
            <p:ph type="pic" idx="3"/>
          </p:nvPr>
        </p:nvSpPr>
        <p:spPr>
          <a:xfrm>
            <a:off x="4608576" y="1133856"/>
            <a:ext cx="41331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6"/>
          <p:cNvSpPr txBox="1">
            <a:spLocks noGrp="1"/>
          </p:cNvSpPr>
          <p:nvPr>
            <p:ph type="body" idx="1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4b*] Title + Image 2-up">
  <p:cSld name="TITLE_2_1_1_1_1_1_1_1_1_1_1_1_1_1_1_1_1_1_1_1_1_1">
    <p:bg>
      <p:bgPr>
        <a:solidFill>
          <a:schemeClr val="accen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7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41331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37"/>
          <p:cNvSpPr>
            <a:spLocks noGrp="1"/>
          </p:cNvSpPr>
          <p:nvPr>
            <p:ph type="pic" idx="3"/>
          </p:nvPr>
        </p:nvSpPr>
        <p:spPr>
          <a:xfrm>
            <a:off x="4608576" y="1133856"/>
            <a:ext cx="41331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7"/>
          <p:cNvSpPr txBox="1">
            <a:spLocks noGrp="1"/>
          </p:cNvSpPr>
          <p:nvPr>
            <p:ph type="title"/>
          </p:nvPr>
        </p:nvSpPr>
        <p:spPr>
          <a:xfrm>
            <a:off x="384048" y="384048"/>
            <a:ext cx="6931200" cy="46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37"/>
          <p:cNvSpPr txBox="1">
            <a:spLocks noGrp="1"/>
          </p:cNvSpPr>
          <p:nvPr>
            <p:ph type="body" idx="1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4c] Image + Caption">
  <p:cSld name="TITLE_2_1_1_1_1_1_1_1_1_1_1_1_1_1_1_1_1_1_1_1_1_1_1">
    <p:bg>
      <p:bgPr>
        <a:solidFill>
          <a:schemeClr val="accent2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8"/>
          <p:cNvSpPr>
            <a:spLocks noGrp="1"/>
          </p:cNvSpPr>
          <p:nvPr>
            <p:ph type="pic" idx="2"/>
          </p:nvPr>
        </p:nvSpPr>
        <p:spPr>
          <a:xfrm>
            <a:off x="384050" y="384050"/>
            <a:ext cx="8357700" cy="40143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38"/>
          <p:cNvSpPr txBox="1">
            <a:spLocks noGrp="1"/>
          </p:cNvSpPr>
          <p:nvPr>
            <p:ph type="body" idx="1"/>
          </p:nvPr>
        </p:nvSpPr>
        <p:spPr>
          <a:xfrm>
            <a:off x="384050" y="4186777"/>
            <a:ext cx="695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86" name="Google Shape;186;p38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4c*] Image + Caption">
  <p:cSld name="TITLE_2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9"/>
          <p:cNvSpPr>
            <a:spLocks noGrp="1"/>
          </p:cNvSpPr>
          <p:nvPr>
            <p:ph type="pic" idx="2"/>
          </p:nvPr>
        </p:nvSpPr>
        <p:spPr>
          <a:xfrm>
            <a:off x="384050" y="384050"/>
            <a:ext cx="8357700" cy="40143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39"/>
          <p:cNvSpPr txBox="1">
            <a:spLocks noGrp="1"/>
          </p:cNvSpPr>
          <p:nvPr>
            <p:ph type="body" idx="1"/>
          </p:nvPr>
        </p:nvSpPr>
        <p:spPr>
          <a:xfrm>
            <a:off x="384050" y="4186777"/>
            <a:ext cx="695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39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4d] Image + Caption 2-up">
  <p:cSld name="TITLE_2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0"/>
          <p:cNvSpPr>
            <a:spLocks noGrp="1"/>
          </p:cNvSpPr>
          <p:nvPr>
            <p:ph type="pic" idx="2"/>
          </p:nvPr>
        </p:nvSpPr>
        <p:spPr>
          <a:xfrm>
            <a:off x="384050" y="384050"/>
            <a:ext cx="4133100" cy="40143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40"/>
          <p:cNvSpPr>
            <a:spLocks noGrp="1"/>
          </p:cNvSpPr>
          <p:nvPr>
            <p:ph type="pic" idx="3"/>
          </p:nvPr>
        </p:nvSpPr>
        <p:spPr>
          <a:xfrm>
            <a:off x="4605275" y="384050"/>
            <a:ext cx="4133100" cy="40143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40"/>
          <p:cNvSpPr txBox="1">
            <a:spLocks noGrp="1"/>
          </p:cNvSpPr>
          <p:nvPr>
            <p:ph type="body" idx="1"/>
          </p:nvPr>
        </p:nvSpPr>
        <p:spPr>
          <a:xfrm>
            <a:off x="384050" y="4186775"/>
            <a:ext cx="413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40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40"/>
          <p:cNvSpPr txBox="1">
            <a:spLocks noGrp="1"/>
          </p:cNvSpPr>
          <p:nvPr>
            <p:ph type="body" idx="4"/>
          </p:nvPr>
        </p:nvSpPr>
        <p:spPr>
          <a:xfrm>
            <a:off x="4605275" y="4186775"/>
            <a:ext cx="413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4d*] Image + Caption 2-up">
  <p:cSld name="TITLE_2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>
            <a:spLocks noGrp="1"/>
          </p:cNvSpPr>
          <p:nvPr>
            <p:ph type="pic" idx="2"/>
          </p:nvPr>
        </p:nvSpPr>
        <p:spPr>
          <a:xfrm>
            <a:off x="384050" y="384050"/>
            <a:ext cx="4133100" cy="40143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41"/>
          <p:cNvSpPr>
            <a:spLocks noGrp="1"/>
          </p:cNvSpPr>
          <p:nvPr>
            <p:ph type="pic" idx="3"/>
          </p:nvPr>
        </p:nvSpPr>
        <p:spPr>
          <a:xfrm>
            <a:off x="4605275" y="384050"/>
            <a:ext cx="4133100" cy="40143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41"/>
          <p:cNvSpPr txBox="1">
            <a:spLocks noGrp="1"/>
          </p:cNvSpPr>
          <p:nvPr>
            <p:ph type="body" idx="1"/>
          </p:nvPr>
        </p:nvSpPr>
        <p:spPr>
          <a:xfrm>
            <a:off x="384050" y="4186775"/>
            <a:ext cx="413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41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41"/>
          <p:cNvSpPr txBox="1">
            <a:spLocks noGrp="1"/>
          </p:cNvSpPr>
          <p:nvPr>
            <p:ph type="body" idx="4"/>
          </p:nvPr>
        </p:nvSpPr>
        <p:spPr>
          <a:xfrm>
            <a:off x="4605275" y="4186775"/>
            <a:ext cx="413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a] Title + Text + Image 1:1">
  <p:cSld name="TITLE_2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2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None/>
              <a:defRPr sz="18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5" name="Google Shape;205;p42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3840600" cy="305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6" name="Google Shape;206;p42"/>
          <p:cNvSpPr txBox="1">
            <a:spLocks noGrp="1"/>
          </p:cNvSpPr>
          <p:nvPr>
            <p:ph type="body" idx="2"/>
          </p:nvPr>
        </p:nvSpPr>
        <p:spPr>
          <a:xfrm>
            <a:off x="384050" y="4186775"/>
            <a:ext cx="413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7" name="Google Shape;207;p42"/>
          <p:cNvSpPr>
            <a:spLocks noGrp="1"/>
          </p:cNvSpPr>
          <p:nvPr>
            <p:ph type="pic" idx="3"/>
          </p:nvPr>
        </p:nvSpPr>
        <p:spPr>
          <a:xfrm>
            <a:off x="4605275" y="1131100"/>
            <a:ext cx="41331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42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a*] Title + Text + Image 1:1">
  <p:cSld name="TITLE_2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3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43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38406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2" name="Google Shape;212;p43"/>
          <p:cNvSpPr>
            <a:spLocks noGrp="1"/>
          </p:cNvSpPr>
          <p:nvPr>
            <p:ph type="pic" idx="2"/>
          </p:nvPr>
        </p:nvSpPr>
        <p:spPr>
          <a:xfrm>
            <a:off x="4605275" y="1131100"/>
            <a:ext cx="41331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43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43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b] Title + Text Small + Image 1:1">
  <p:cSld name="TITLE_2_1_1_1_1_1_1_1_1_1_1_1_1_1_1_1_1_1_1_1_1_1_1_1_1_1_1_1_4">
    <p:bg>
      <p:bgPr>
        <a:solidFill>
          <a:schemeClr val="accent2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4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None/>
              <a:defRPr sz="18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7" name="Google Shape;217;p44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3840600" cy="305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8" name="Google Shape;218;p44"/>
          <p:cNvSpPr txBox="1">
            <a:spLocks noGrp="1"/>
          </p:cNvSpPr>
          <p:nvPr>
            <p:ph type="body" idx="2"/>
          </p:nvPr>
        </p:nvSpPr>
        <p:spPr>
          <a:xfrm>
            <a:off x="384050" y="4186775"/>
            <a:ext cx="413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9" name="Google Shape;219;p44"/>
          <p:cNvSpPr>
            <a:spLocks noGrp="1"/>
          </p:cNvSpPr>
          <p:nvPr>
            <p:ph type="pic" idx="3"/>
          </p:nvPr>
        </p:nvSpPr>
        <p:spPr>
          <a:xfrm>
            <a:off x="4605275" y="1131100"/>
            <a:ext cx="41331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44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b*] Title + Text Small + Image 1:1">
  <p:cSld name="TITLE_2_1_1_1_1_1_1_1_1_1_1_1_1_1_1_1_1_1_1_1_1_1_1_1_1_1_1_1_4_1">
    <p:bg>
      <p:bgPr>
        <a:solidFill>
          <a:schemeClr val="accen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5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45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38406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24" name="Google Shape;224;p45"/>
          <p:cNvSpPr>
            <a:spLocks noGrp="1"/>
          </p:cNvSpPr>
          <p:nvPr>
            <p:ph type="pic" idx="2"/>
          </p:nvPr>
        </p:nvSpPr>
        <p:spPr>
          <a:xfrm>
            <a:off x="4605275" y="1131100"/>
            <a:ext cx="41331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45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45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c] Title + Image + Text">
  <p:cSld name="TITLE_2_1_1_1_1_1_1_1_1_1_1_1_1_1_1_1_1_1_1_1_1_1_1_1_1_1_1_1_3">
    <p:bg>
      <p:bgPr>
        <a:solidFill>
          <a:schemeClr val="accent2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6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9" name="Google Shape;229;p46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41331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46"/>
          <p:cNvSpPr txBox="1">
            <a:spLocks noGrp="1"/>
          </p:cNvSpPr>
          <p:nvPr>
            <p:ph type="body" idx="1"/>
          </p:nvPr>
        </p:nvSpPr>
        <p:spPr>
          <a:xfrm>
            <a:off x="4901184" y="1133849"/>
            <a:ext cx="3840600" cy="3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○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■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○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■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○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■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1" name="Google Shape;231;p46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46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c*] Title + Image + Text">
  <p:cSld name="TITLE_2_1_1_1_1_1_1_1_1_1_1_1_1_1_1_1_1_1_1_1_1_1_1_1_1_1_1_1_3_1">
    <p:bg>
      <p:bgPr>
        <a:solidFill>
          <a:schemeClr val="accent1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7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47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41331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47"/>
          <p:cNvSpPr txBox="1">
            <a:spLocks noGrp="1"/>
          </p:cNvSpPr>
          <p:nvPr>
            <p:ph type="body" idx="1"/>
          </p:nvPr>
        </p:nvSpPr>
        <p:spPr>
          <a:xfrm>
            <a:off x="4901125" y="1133849"/>
            <a:ext cx="3840600" cy="3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7" name="Google Shape;237;p47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47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d] Title + Image + Text Small">
  <p:cSld name="TITLE_2_1_1_1_1_1_1_1_1_1_1_1_1_1_1_1_1_1_1_1_1_1_1_1_1_1_1_1_3_1_1">
    <p:bg>
      <p:bgPr>
        <a:solidFill>
          <a:schemeClr val="accent2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1" name="Google Shape;241;p48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41331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48"/>
          <p:cNvSpPr txBox="1">
            <a:spLocks noGrp="1"/>
          </p:cNvSpPr>
          <p:nvPr>
            <p:ph type="body" idx="1"/>
          </p:nvPr>
        </p:nvSpPr>
        <p:spPr>
          <a:xfrm>
            <a:off x="4901184" y="1133849"/>
            <a:ext cx="3840600" cy="3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43" name="Google Shape;243;p48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48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d*] Title + Image + Text Small">
  <p:cSld name="TITLE_2_1_1_1_1_1_1_1_1_1_1_1_1_1_1_1_1_1_1_1_1_1_1_1_1_1_1_1_3_1_1_1">
    <p:bg>
      <p:bgPr>
        <a:solidFill>
          <a:schemeClr val="accent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7" name="Google Shape;247;p49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41331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49"/>
          <p:cNvSpPr txBox="1">
            <a:spLocks noGrp="1"/>
          </p:cNvSpPr>
          <p:nvPr>
            <p:ph type="body" idx="1"/>
          </p:nvPr>
        </p:nvSpPr>
        <p:spPr>
          <a:xfrm>
            <a:off x="4901125" y="1133849"/>
            <a:ext cx="3840600" cy="3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49" name="Google Shape;249;p49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49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e] Title + Text + Image 1:2">
  <p:cSld name="TITLE_2_1_1_1_1_1_1_1_1_1_1_1_1_1_1_1_1_1_1_1_1_1_1_1_1_1_1_1_2">
    <p:bg>
      <p:bgPr>
        <a:solidFill>
          <a:schemeClr val="accent2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0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3" name="Google Shape;253;p50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24414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54" name="Google Shape;254;p50"/>
          <p:cNvSpPr>
            <a:spLocks noGrp="1"/>
          </p:cNvSpPr>
          <p:nvPr>
            <p:ph type="pic" idx="2"/>
          </p:nvPr>
        </p:nvSpPr>
        <p:spPr>
          <a:xfrm>
            <a:off x="3210000" y="1131100"/>
            <a:ext cx="55284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50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6" name="Google Shape;256;p50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e*] Title + Text + Image 1:2">
  <p:cSld name="TITLE_2_1_1_1_1_1_1_1_1_1_1_1_1_1_1_1_1_1_1_1_1_1_1_1_1_1_1_1_2_1">
    <p:bg>
      <p:bgPr>
        <a:solidFill>
          <a:schemeClr val="accent1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1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51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24414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0" name="Google Shape;260;p51"/>
          <p:cNvSpPr>
            <a:spLocks noGrp="1"/>
          </p:cNvSpPr>
          <p:nvPr>
            <p:ph type="pic" idx="2"/>
          </p:nvPr>
        </p:nvSpPr>
        <p:spPr>
          <a:xfrm>
            <a:off x="3210000" y="1131100"/>
            <a:ext cx="55284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51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51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f] Title + Text Small + Image 1:2">
  <p:cSld name="TITLE_2_1_1_1_1_1_1_1_1_1_1_1_1_1_1_1_1_1_1_1_1_1_1_1_1_1_1_1_2_1_2">
    <p:bg>
      <p:bgPr>
        <a:solidFill>
          <a:schemeClr val="accent2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2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5" name="Google Shape;265;p52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24414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6" name="Google Shape;266;p52"/>
          <p:cNvSpPr>
            <a:spLocks noGrp="1"/>
          </p:cNvSpPr>
          <p:nvPr>
            <p:ph type="pic" idx="2"/>
          </p:nvPr>
        </p:nvSpPr>
        <p:spPr>
          <a:xfrm>
            <a:off x="3210000" y="1131100"/>
            <a:ext cx="55284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52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8" name="Google Shape;268;p52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f*] Title + Text Small + Image 1:2">
  <p:cSld name="TITLE_2_1_1_1_1_1_1_1_1_1_1_1_1_1_1_1_1_1_1_1_1_1_1_1_1_1_1_1_2_1_2_1">
    <p:bg>
      <p:bgPr>
        <a:solidFill>
          <a:schemeClr val="accent1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3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1" name="Google Shape;271;p53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24414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2" name="Google Shape;272;p53"/>
          <p:cNvSpPr>
            <a:spLocks noGrp="1"/>
          </p:cNvSpPr>
          <p:nvPr>
            <p:ph type="pic" idx="2"/>
          </p:nvPr>
        </p:nvSpPr>
        <p:spPr>
          <a:xfrm>
            <a:off x="3210000" y="1131100"/>
            <a:ext cx="55284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53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53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g] Title + Image + Text 2:1">
  <p:cSld name="TITLE_2_1_1_1_1_1_1_1_1_1_1_1_1_1_1_1_1_1_1_1_1_1_1_1_1_1_1_1_2_1_1">
    <p:bg>
      <p:bgPr>
        <a:solidFill>
          <a:schemeClr val="accent2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4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7" name="Google Shape;277;p54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55284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54"/>
          <p:cNvSpPr txBox="1">
            <a:spLocks noGrp="1"/>
          </p:cNvSpPr>
          <p:nvPr>
            <p:ph type="body" idx="1"/>
          </p:nvPr>
        </p:nvSpPr>
        <p:spPr>
          <a:xfrm>
            <a:off x="6297000" y="1133849"/>
            <a:ext cx="2441400" cy="3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9" name="Google Shape;279;p54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54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g*] Title + Image + Text 2:1">
  <p:cSld name="TITLE_2_1_1_1_1_1_1_1_1_1_1_1_1_1_1_1_1_1_1_1_1_1_1_1_1_1_1_1_2_1_1_1">
    <p:bg>
      <p:bgPr>
        <a:solidFill>
          <a:schemeClr val="accent1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5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55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55284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55"/>
          <p:cNvSpPr txBox="1">
            <a:spLocks noGrp="1"/>
          </p:cNvSpPr>
          <p:nvPr>
            <p:ph type="body" idx="1"/>
          </p:nvPr>
        </p:nvSpPr>
        <p:spPr>
          <a:xfrm>
            <a:off x="6297000" y="1133849"/>
            <a:ext cx="2441400" cy="3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85" name="Google Shape;285;p55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55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h] Title + Image + Text Small 2:1">
  <p:cSld name="TITLE_2_1_1_1_1_1_1_1_1_1_1_1_1_1_1_1_1_1_1_1_1_1_1_1_1_1_1_1_2_1_1_1_1">
    <p:bg>
      <p:bgPr>
        <a:solidFill>
          <a:schemeClr val="accent2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6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9" name="Google Shape;289;p56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55284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90" name="Google Shape;290;p56"/>
          <p:cNvSpPr txBox="1">
            <a:spLocks noGrp="1"/>
          </p:cNvSpPr>
          <p:nvPr>
            <p:ph type="body" idx="1"/>
          </p:nvPr>
        </p:nvSpPr>
        <p:spPr>
          <a:xfrm>
            <a:off x="6297000" y="1133849"/>
            <a:ext cx="2441400" cy="3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91" name="Google Shape;291;p56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56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h*] Title + Image + Text Small 2:1">
  <p:cSld name="TITLE_2_1_1_1_1_1_1_1_1_1_1_1_1_1_1_1_1_1_1_1_1_1_1_1_1_1_1_1_2_1_1_1_1_1">
    <p:bg>
      <p:bgPr>
        <a:solidFill>
          <a:schemeClr val="accent1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7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5" name="Google Shape;295;p57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55284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p57"/>
          <p:cNvSpPr txBox="1">
            <a:spLocks noGrp="1"/>
          </p:cNvSpPr>
          <p:nvPr>
            <p:ph type="body" idx="1"/>
          </p:nvPr>
        </p:nvSpPr>
        <p:spPr>
          <a:xfrm>
            <a:off x="6297000" y="1133849"/>
            <a:ext cx="2441400" cy="3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97" name="Google Shape;297;p57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57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a] Text + Image">
  <p:cSld name="TITLE_2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8"/>
          <p:cNvSpPr txBox="1">
            <a:spLocks noGrp="1"/>
          </p:cNvSpPr>
          <p:nvPr>
            <p:ph type="body" idx="1"/>
          </p:nvPr>
        </p:nvSpPr>
        <p:spPr>
          <a:xfrm>
            <a:off x="384050" y="384100"/>
            <a:ext cx="3840600" cy="38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01" name="Google Shape;301;p58"/>
          <p:cNvSpPr>
            <a:spLocks noGrp="1"/>
          </p:cNvSpPr>
          <p:nvPr>
            <p:ph type="pic" idx="2"/>
          </p:nvPr>
        </p:nvSpPr>
        <p:spPr>
          <a:xfrm>
            <a:off x="4605275" y="384050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58"/>
          <p:cNvSpPr txBox="1">
            <a:spLocks noGrp="1"/>
          </p:cNvSpPr>
          <p:nvPr>
            <p:ph type="body" idx="3"/>
          </p:nvPr>
        </p:nvSpPr>
        <p:spPr>
          <a:xfrm>
            <a:off x="384050" y="4186775"/>
            <a:ext cx="413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a*] Text + Image">
  <p:cSld name="TITLE_2_1_1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9"/>
          <p:cNvSpPr txBox="1">
            <a:spLocks noGrp="1"/>
          </p:cNvSpPr>
          <p:nvPr>
            <p:ph type="body" idx="1"/>
          </p:nvPr>
        </p:nvSpPr>
        <p:spPr>
          <a:xfrm>
            <a:off x="384050" y="384100"/>
            <a:ext cx="38406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05" name="Google Shape;305;p59"/>
          <p:cNvSpPr>
            <a:spLocks noGrp="1"/>
          </p:cNvSpPr>
          <p:nvPr>
            <p:ph type="pic" idx="2"/>
          </p:nvPr>
        </p:nvSpPr>
        <p:spPr>
          <a:xfrm>
            <a:off x="4605275" y="384050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59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b] Text + Image Small">
  <p:cSld name="TITLE_2_1_1_1_1_1_1_1_1_1_1_1_1_1_1_1_1_1_1_1_1_1_1_1_1_1_1_1_1_1_4">
    <p:bg>
      <p:bgPr>
        <a:solidFill>
          <a:schemeClr val="accent2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0"/>
          <p:cNvSpPr>
            <a:spLocks noGrp="1"/>
          </p:cNvSpPr>
          <p:nvPr>
            <p:ph type="pic" idx="2"/>
          </p:nvPr>
        </p:nvSpPr>
        <p:spPr>
          <a:xfrm>
            <a:off x="4605275" y="384050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60"/>
          <p:cNvSpPr txBox="1">
            <a:spLocks noGrp="1"/>
          </p:cNvSpPr>
          <p:nvPr>
            <p:ph type="body" idx="1"/>
          </p:nvPr>
        </p:nvSpPr>
        <p:spPr>
          <a:xfrm>
            <a:off x="384050" y="384100"/>
            <a:ext cx="3840600" cy="38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10" name="Google Shape;310;p60"/>
          <p:cNvSpPr txBox="1">
            <a:spLocks noGrp="1"/>
          </p:cNvSpPr>
          <p:nvPr>
            <p:ph type="body" idx="3"/>
          </p:nvPr>
        </p:nvSpPr>
        <p:spPr>
          <a:xfrm>
            <a:off x="384050" y="4186775"/>
            <a:ext cx="413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b*] Text + Image Small">
  <p:cSld name="TITLE_2_1_1_1_1_1_1_1_1_1_1_1_1_1_1_1_1_1_1_1_1_1_1_1_1_1_1_1_1_1_4_1">
    <p:bg>
      <p:bgPr>
        <a:solidFill>
          <a:schemeClr val="accent1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1"/>
          <p:cNvSpPr txBox="1">
            <a:spLocks noGrp="1"/>
          </p:cNvSpPr>
          <p:nvPr>
            <p:ph type="body" idx="1"/>
          </p:nvPr>
        </p:nvSpPr>
        <p:spPr>
          <a:xfrm>
            <a:off x="384050" y="384100"/>
            <a:ext cx="38406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13" name="Google Shape;313;p61"/>
          <p:cNvSpPr>
            <a:spLocks noGrp="1"/>
          </p:cNvSpPr>
          <p:nvPr>
            <p:ph type="pic" idx="2"/>
          </p:nvPr>
        </p:nvSpPr>
        <p:spPr>
          <a:xfrm>
            <a:off x="4605275" y="384050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61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c] Image + Text">
  <p:cSld name="TITLE_2_1_1_1_1_1_1_1_1_1_1_1_1_1_1_1_1_1_1_1_1_1_1_1_1_1_1_1_1_1_3">
    <p:bg>
      <p:bgPr>
        <a:solidFill>
          <a:schemeClr val="accent2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2"/>
          <p:cNvSpPr>
            <a:spLocks noGrp="1"/>
          </p:cNvSpPr>
          <p:nvPr>
            <p:ph type="pic" idx="2"/>
          </p:nvPr>
        </p:nvSpPr>
        <p:spPr>
          <a:xfrm>
            <a:off x="384050" y="384056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62"/>
          <p:cNvSpPr txBox="1">
            <a:spLocks noGrp="1"/>
          </p:cNvSpPr>
          <p:nvPr>
            <p:ph type="body" idx="1"/>
          </p:nvPr>
        </p:nvSpPr>
        <p:spPr>
          <a:xfrm>
            <a:off x="4901184" y="384048"/>
            <a:ext cx="3840600" cy="43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○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■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○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■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○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■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18" name="Google Shape;318;p62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c*] Image + Text">
  <p:cSld name="TITLE_2_1_1_1_1_1_1_1_1_1_1_1_1_1_1_1_1_1_1_1_1_1_1_1_1_1_1_1_1_1_3_1">
    <p:bg>
      <p:bgPr>
        <a:solidFill>
          <a:schemeClr val="accent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3"/>
          <p:cNvSpPr>
            <a:spLocks noGrp="1"/>
          </p:cNvSpPr>
          <p:nvPr>
            <p:ph type="pic" idx="2"/>
          </p:nvPr>
        </p:nvSpPr>
        <p:spPr>
          <a:xfrm>
            <a:off x="384050" y="384056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63"/>
          <p:cNvSpPr txBox="1">
            <a:spLocks noGrp="1"/>
          </p:cNvSpPr>
          <p:nvPr>
            <p:ph type="body" idx="1"/>
          </p:nvPr>
        </p:nvSpPr>
        <p:spPr>
          <a:xfrm>
            <a:off x="4901184" y="384048"/>
            <a:ext cx="3840600" cy="43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2" name="Google Shape;322;p63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d] Image + Text Small">
  <p:cSld name="TITLE_2_1_1_1_1_1_1_1_1_1_1_1_1_1_1_1_1_1_1_1_1_1_1_1_1_1_1_1_1_1_3_1_1">
    <p:bg>
      <p:bgPr>
        <a:solidFill>
          <a:schemeClr val="accent2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4"/>
          <p:cNvSpPr>
            <a:spLocks noGrp="1"/>
          </p:cNvSpPr>
          <p:nvPr>
            <p:ph type="pic" idx="2"/>
          </p:nvPr>
        </p:nvSpPr>
        <p:spPr>
          <a:xfrm>
            <a:off x="384050" y="384056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64"/>
          <p:cNvSpPr txBox="1">
            <a:spLocks noGrp="1"/>
          </p:cNvSpPr>
          <p:nvPr>
            <p:ph type="body" idx="1"/>
          </p:nvPr>
        </p:nvSpPr>
        <p:spPr>
          <a:xfrm>
            <a:off x="4901184" y="384048"/>
            <a:ext cx="3840600" cy="43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6" name="Google Shape;326;p64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d*] Image + Text Small">
  <p:cSld name="TITLE_2_1_1_1_1_1_1_1_1_1_1_1_1_1_1_1_1_1_1_1_1_1_1_1_1_1_1_1_1_1_3_1_1_1">
    <p:bg>
      <p:bgPr>
        <a:solidFill>
          <a:schemeClr val="accent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5"/>
          <p:cNvSpPr>
            <a:spLocks noGrp="1"/>
          </p:cNvSpPr>
          <p:nvPr>
            <p:ph type="pic" idx="2"/>
          </p:nvPr>
        </p:nvSpPr>
        <p:spPr>
          <a:xfrm>
            <a:off x="384050" y="384056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65"/>
          <p:cNvSpPr txBox="1">
            <a:spLocks noGrp="1"/>
          </p:cNvSpPr>
          <p:nvPr>
            <p:ph type="body" idx="1"/>
          </p:nvPr>
        </p:nvSpPr>
        <p:spPr>
          <a:xfrm>
            <a:off x="4901184" y="384048"/>
            <a:ext cx="3840600" cy="43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0" name="Google Shape;330;p65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e] Text + Image 1:2">
  <p:cSld name="TITLE_2_1_1_1_1_1_1_1_1_1_1_1_1_1_1_1_1_1_1_1_1_1_1_1_1_1_1_1_1_1_2">
    <p:bg>
      <p:bgPr>
        <a:solidFill>
          <a:schemeClr val="accent2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6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33" name="Google Shape;333;p66"/>
          <p:cNvSpPr txBox="1">
            <a:spLocks noGrp="1"/>
          </p:cNvSpPr>
          <p:nvPr>
            <p:ph type="body" idx="2"/>
          </p:nvPr>
        </p:nvSpPr>
        <p:spPr>
          <a:xfrm>
            <a:off x="384050" y="384050"/>
            <a:ext cx="24414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4" name="Google Shape;334;p66"/>
          <p:cNvSpPr>
            <a:spLocks noGrp="1"/>
          </p:cNvSpPr>
          <p:nvPr>
            <p:ph type="pic" idx="3"/>
          </p:nvPr>
        </p:nvSpPr>
        <p:spPr>
          <a:xfrm>
            <a:off x="3210000" y="384050"/>
            <a:ext cx="5528400" cy="437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e*] Text + Image 1:2">
  <p:cSld name="TITLE_2_1_1_1_1_1_1_1_1_1_1_1_1_1_1_1_1_1_1_1_1_1_1_1_1_1_1_1_1_1_2_1">
    <p:bg>
      <p:bgPr>
        <a:solidFill>
          <a:schemeClr val="accent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7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67"/>
          <p:cNvSpPr txBox="1">
            <a:spLocks noGrp="1"/>
          </p:cNvSpPr>
          <p:nvPr>
            <p:ph type="body" idx="2"/>
          </p:nvPr>
        </p:nvSpPr>
        <p:spPr>
          <a:xfrm>
            <a:off x="384050" y="384050"/>
            <a:ext cx="24414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8" name="Google Shape;338;p67"/>
          <p:cNvSpPr>
            <a:spLocks noGrp="1"/>
          </p:cNvSpPr>
          <p:nvPr>
            <p:ph type="pic" idx="3"/>
          </p:nvPr>
        </p:nvSpPr>
        <p:spPr>
          <a:xfrm>
            <a:off x="3210000" y="384050"/>
            <a:ext cx="5528400" cy="437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f] Text Small + Image 1:2">
  <p:cSld name="TITLE_2_1_1_1_1_1_1_1_1_1_1_1_1_1_1_1_1_1_1_1_1_1_1_1_1_1_1_1_1_1_2_1_2">
    <p:bg>
      <p:bgPr>
        <a:solidFill>
          <a:schemeClr val="accent2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8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41" name="Google Shape;341;p68"/>
          <p:cNvSpPr txBox="1">
            <a:spLocks noGrp="1"/>
          </p:cNvSpPr>
          <p:nvPr>
            <p:ph type="body" idx="2"/>
          </p:nvPr>
        </p:nvSpPr>
        <p:spPr>
          <a:xfrm>
            <a:off x="384050" y="384050"/>
            <a:ext cx="24414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2" name="Google Shape;342;p68"/>
          <p:cNvSpPr>
            <a:spLocks noGrp="1"/>
          </p:cNvSpPr>
          <p:nvPr>
            <p:ph type="pic" idx="3"/>
          </p:nvPr>
        </p:nvSpPr>
        <p:spPr>
          <a:xfrm>
            <a:off x="3210000" y="384050"/>
            <a:ext cx="5528400" cy="437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f*] Text Small + Image 1:2">
  <p:cSld name="TITLE_2_1_1_1_1_1_1_1_1_1_1_1_1_1_1_1_1_1_1_1_1_1_1_1_1_1_1_1_1_1_2_1_2_1">
    <p:bg>
      <p:bgPr>
        <a:solidFill>
          <a:schemeClr val="accent1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9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5" name="Google Shape;345;p69"/>
          <p:cNvSpPr txBox="1">
            <a:spLocks noGrp="1"/>
          </p:cNvSpPr>
          <p:nvPr>
            <p:ph type="body" idx="2"/>
          </p:nvPr>
        </p:nvSpPr>
        <p:spPr>
          <a:xfrm>
            <a:off x="384050" y="384050"/>
            <a:ext cx="24414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6" name="Google Shape;346;p69"/>
          <p:cNvSpPr>
            <a:spLocks noGrp="1"/>
          </p:cNvSpPr>
          <p:nvPr>
            <p:ph type="pic" idx="3"/>
          </p:nvPr>
        </p:nvSpPr>
        <p:spPr>
          <a:xfrm>
            <a:off x="3210000" y="384050"/>
            <a:ext cx="5528400" cy="437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g] Image + Text 2:1">
  <p:cSld name="TITLE_2_1_1_1_1_1_1_1_1_1_1_1_1_1_1_1_1_1_1_1_1_1_1_1_1_1_1_1_1_1_2_1_1">
    <p:bg>
      <p:bgPr>
        <a:solidFill>
          <a:schemeClr val="accent2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70"/>
          <p:cNvSpPr>
            <a:spLocks noGrp="1"/>
          </p:cNvSpPr>
          <p:nvPr>
            <p:ph type="pic" idx="2"/>
          </p:nvPr>
        </p:nvSpPr>
        <p:spPr>
          <a:xfrm>
            <a:off x="384050" y="384048"/>
            <a:ext cx="55284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70"/>
          <p:cNvSpPr txBox="1">
            <a:spLocks noGrp="1"/>
          </p:cNvSpPr>
          <p:nvPr>
            <p:ph type="body" idx="1"/>
          </p:nvPr>
        </p:nvSpPr>
        <p:spPr>
          <a:xfrm>
            <a:off x="6297000" y="384048"/>
            <a:ext cx="2441400" cy="43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0" name="Google Shape;350;p70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g*] Image + Text 2:1">
  <p:cSld name="TITLE_2_1_1_1_1_1_1_1_1_1_1_1_1_1_1_1_1_1_1_1_1_1_1_1_1_1_1_1_1_1_2_1_1_1">
    <p:bg>
      <p:bgPr>
        <a:solidFill>
          <a:schemeClr val="accent1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71"/>
          <p:cNvSpPr>
            <a:spLocks noGrp="1"/>
          </p:cNvSpPr>
          <p:nvPr>
            <p:ph type="pic" idx="2"/>
          </p:nvPr>
        </p:nvSpPr>
        <p:spPr>
          <a:xfrm>
            <a:off x="384050" y="384048"/>
            <a:ext cx="55284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71"/>
          <p:cNvSpPr txBox="1">
            <a:spLocks noGrp="1"/>
          </p:cNvSpPr>
          <p:nvPr>
            <p:ph type="body" idx="1"/>
          </p:nvPr>
        </p:nvSpPr>
        <p:spPr>
          <a:xfrm>
            <a:off x="6297000" y="384048"/>
            <a:ext cx="2441400" cy="43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4" name="Google Shape;354;p71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h] Image + Text Small 2:1">
  <p:cSld name="TITLE_2_1_1_1_1_1_1_1_1_1_1_1_1_1_1_1_1_1_1_1_1_1_1_1_1_1_1_1_1_1_2_1_1_1_1">
    <p:bg>
      <p:bgPr>
        <a:solidFill>
          <a:schemeClr val="accent2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2"/>
          <p:cNvSpPr>
            <a:spLocks noGrp="1"/>
          </p:cNvSpPr>
          <p:nvPr>
            <p:ph type="pic" idx="2"/>
          </p:nvPr>
        </p:nvSpPr>
        <p:spPr>
          <a:xfrm>
            <a:off x="384050" y="384048"/>
            <a:ext cx="55284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72"/>
          <p:cNvSpPr txBox="1">
            <a:spLocks noGrp="1"/>
          </p:cNvSpPr>
          <p:nvPr>
            <p:ph type="body" idx="1"/>
          </p:nvPr>
        </p:nvSpPr>
        <p:spPr>
          <a:xfrm>
            <a:off x="6297000" y="384048"/>
            <a:ext cx="2441400" cy="43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8" name="Google Shape;358;p72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h*] Image + Text Small 2:1">
  <p:cSld name="TITLE_2_1_1_1_1_1_1_1_1_1_1_1_1_1_1_1_1_1_1_1_1_1_1_1_1_1_1_1_1_1_2_1_1_1_1_1">
    <p:bg>
      <p:bgPr>
        <a:solidFill>
          <a:schemeClr val="accent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3"/>
          <p:cNvSpPr>
            <a:spLocks noGrp="1"/>
          </p:cNvSpPr>
          <p:nvPr>
            <p:ph type="pic" idx="2"/>
          </p:nvPr>
        </p:nvSpPr>
        <p:spPr>
          <a:xfrm>
            <a:off x="384050" y="384048"/>
            <a:ext cx="55284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73"/>
          <p:cNvSpPr txBox="1">
            <a:spLocks noGrp="1"/>
          </p:cNvSpPr>
          <p:nvPr>
            <p:ph type="body" idx="1"/>
          </p:nvPr>
        </p:nvSpPr>
        <p:spPr>
          <a:xfrm>
            <a:off x="6297000" y="384048"/>
            <a:ext cx="2441400" cy="43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62" name="Google Shape;362;p73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5a] Image full">
  <p:cSld name="TITLE_2_1_1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74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5b] Image 2×1">
  <p:cSld name="TITLE_2_1_1_1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75"/>
          <p:cNvSpPr>
            <a:spLocks noGrp="1"/>
          </p:cNvSpPr>
          <p:nvPr>
            <p:ph type="pic" idx="2"/>
          </p:nvPr>
        </p:nvSpPr>
        <p:spPr>
          <a:xfrm>
            <a:off x="384050" y="384048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67" name="Google Shape;367;p75"/>
          <p:cNvSpPr>
            <a:spLocks noGrp="1"/>
          </p:cNvSpPr>
          <p:nvPr>
            <p:ph type="pic" idx="3"/>
          </p:nvPr>
        </p:nvSpPr>
        <p:spPr>
          <a:xfrm>
            <a:off x="4626864" y="384048"/>
            <a:ext cx="4133100" cy="437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5b*] Image 2×1">
  <p:cSld name="TITLE_2_1_1_1_1_1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6"/>
          <p:cNvSpPr>
            <a:spLocks noGrp="1"/>
          </p:cNvSpPr>
          <p:nvPr>
            <p:ph type="pic" idx="2"/>
          </p:nvPr>
        </p:nvSpPr>
        <p:spPr>
          <a:xfrm>
            <a:off x="384050" y="384048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76"/>
          <p:cNvSpPr>
            <a:spLocks noGrp="1"/>
          </p:cNvSpPr>
          <p:nvPr>
            <p:ph type="pic" idx="3"/>
          </p:nvPr>
        </p:nvSpPr>
        <p:spPr>
          <a:xfrm>
            <a:off x="4626864" y="384048"/>
            <a:ext cx="4133100" cy="437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5c] Image 3×2">
  <p:cSld name="TITLE_2_1_1_1_1_1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7"/>
          <p:cNvSpPr>
            <a:spLocks noGrp="1"/>
          </p:cNvSpPr>
          <p:nvPr>
            <p:ph type="pic" idx="2"/>
          </p:nvPr>
        </p:nvSpPr>
        <p:spPr>
          <a:xfrm>
            <a:off x="384050" y="384048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77"/>
          <p:cNvSpPr>
            <a:spLocks noGrp="1"/>
          </p:cNvSpPr>
          <p:nvPr>
            <p:ph type="pic" idx="3"/>
          </p:nvPr>
        </p:nvSpPr>
        <p:spPr>
          <a:xfrm>
            <a:off x="3210000" y="384048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77"/>
          <p:cNvSpPr>
            <a:spLocks noGrp="1"/>
          </p:cNvSpPr>
          <p:nvPr>
            <p:ph type="pic" idx="4"/>
          </p:nvPr>
        </p:nvSpPr>
        <p:spPr>
          <a:xfrm>
            <a:off x="6035950" y="384048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77"/>
          <p:cNvSpPr>
            <a:spLocks noGrp="1"/>
          </p:cNvSpPr>
          <p:nvPr>
            <p:ph type="pic" idx="5"/>
          </p:nvPr>
        </p:nvSpPr>
        <p:spPr>
          <a:xfrm>
            <a:off x="384050" y="2615184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76" name="Google Shape;376;p77"/>
          <p:cNvSpPr>
            <a:spLocks noGrp="1"/>
          </p:cNvSpPr>
          <p:nvPr>
            <p:ph type="pic" idx="6"/>
          </p:nvPr>
        </p:nvSpPr>
        <p:spPr>
          <a:xfrm>
            <a:off x="3210000" y="2615184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77"/>
          <p:cNvSpPr>
            <a:spLocks noGrp="1"/>
          </p:cNvSpPr>
          <p:nvPr>
            <p:ph type="pic" idx="7"/>
          </p:nvPr>
        </p:nvSpPr>
        <p:spPr>
          <a:xfrm>
            <a:off x="6035950" y="2615184"/>
            <a:ext cx="2724000" cy="213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5c*] Image 3×2">
  <p:cSld name="TITLE_2_1_1_1_1_1_1_1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8"/>
          <p:cNvSpPr>
            <a:spLocks noGrp="1"/>
          </p:cNvSpPr>
          <p:nvPr>
            <p:ph type="pic" idx="2"/>
          </p:nvPr>
        </p:nvSpPr>
        <p:spPr>
          <a:xfrm>
            <a:off x="384050" y="384048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78"/>
          <p:cNvSpPr>
            <a:spLocks noGrp="1"/>
          </p:cNvSpPr>
          <p:nvPr>
            <p:ph type="pic" idx="3"/>
          </p:nvPr>
        </p:nvSpPr>
        <p:spPr>
          <a:xfrm>
            <a:off x="3210000" y="384048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78"/>
          <p:cNvSpPr>
            <a:spLocks noGrp="1"/>
          </p:cNvSpPr>
          <p:nvPr>
            <p:ph type="pic" idx="4"/>
          </p:nvPr>
        </p:nvSpPr>
        <p:spPr>
          <a:xfrm>
            <a:off x="6035950" y="384048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78"/>
          <p:cNvSpPr>
            <a:spLocks noGrp="1"/>
          </p:cNvSpPr>
          <p:nvPr>
            <p:ph type="pic" idx="5"/>
          </p:nvPr>
        </p:nvSpPr>
        <p:spPr>
          <a:xfrm>
            <a:off x="384050" y="2615184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78"/>
          <p:cNvSpPr>
            <a:spLocks noGrp="1"/>
          </p:cNvSpPr>
          <p:nvPr>
            <p:ph type="pic" idx="6"/>
          </p:nvPr>
        </p:nvSpPr>
        <p:spPr>
          <a:xfrm>
            <a:off x="3210000" y="2615184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78"/>
          <p:cNvSpPr>
            <a:spLocks noGrp="1"/>
          </p:cNvSpPr>
          <p:nvPr>
            <p:ph type="pic" idx="7"/>
          </p:nvPr>
        </p:nvSpPr>
        <p:spPr>
          <a:xfrm>
            <a:off x="6035950" y="2615184"/>
            <a:ext cx="2724000" cy="213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5d] Image 4×2">
  <p:cSld name="TITLE_2_1_1_1_1_1_1_1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79"/>
          <p:cNvSpPr>
            <a:spLocks noGrp="1"/>
          </p:cNvSpPr>
          <p:nvPr>
            <p:ph type="pic" idx="2"/>
          </p:nvPr>
        </p:nvSpPr>
        <p:spPr>
          <a:xfrm>
            <a:off x="384050" y="384050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79"/>
          <p:cNvSpPr>
            <a:spLocks noGrp="1"/>
          </p:cNvSpPr>
          <p:nvPr>
            <p:ph type="pic" idx="3"/>
          </p:nvPr>
        </p:nvSpPr>
        <p:spPr>
          <a:xfrm>
            <a:off x="2498600" y="384050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79"/>
          <p:cNvSpPr>
            <a:spLocks noGrp="1"/>
          </p:cNvSpPr>
          <p:nvPr>
            <p:ph type="pic" idx="4"/>
          </p:nvPr>
        </p:nvSpPr>
        <p:spPr>
          <a:xfrm>
            <a:off x="4613150" y="384050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79"/>
          <p:cNvSpPr>
            <a:spLocks noGrp="1"/>
          </p:cNvSpPr>
          <p:nvPr>
            <p:ph type="pic" idx="5"/>
          </p:nvPr>
        </p:nvSpPr>
        <p:spPr>
          <a:xfrm>
            <a:off x="6727700" y="384050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79"/>
          <p:cNvSpPr>
            <a:spLocks noGrp="1"/>
          </p:cNvSpPr>
          <p:nvPr>
            <p:ph type="pic" idx="6"/>
          </p:nvPr>
        </p:nvSpPr>
        <p:spPr>
          <a:xfrm>
            <a:off x="384050" y="2618675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79"/>
          <p:cNvSpPr>
            <a:spLocks noGrp="1"/>
          </p:cNvSpPr>
          <p:nvPr>
            <p:ph type="pic" idx="7"/>
          </p:nvPr>
        </p:nvSpPr>
        <p:spPr>
          <a:xfrm>
            <a:off x="2498600" y="2618675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79"/>
          <p:cNvSpPr>
            <a:spLocks noGrp="1"/>
          </p:cNvSpPr>
          <p:nvPr>
            <p:ph type="pic" idx="8"/>
          </p:nvPr>
        </p:nvSpPr>
        <p:spPr>
          <a:xfrm>
            <a:off x="4613150" y="2618675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79"/>
          <p:cNvSpPr>
            <a:spLocks noGrp="1"/>
          </p:cNvSpPr>
          <p:nvPr>
            <p:ph type="pic" idx="9"/>
          </p:nvPr>
        </p:nvSpPr>
        <p:spPr>
          <a:xfrm>
            <a:off x="6727700" y="2618675"/>
            <a:ext cx="2011800" cy="213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5d*] Image 4×2">
  <p:cSld name="TITLE_2_1_1_1_1_1_1_1_1_1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80"/>
          <p:cNvSpPr>
            <a:spLocks noGrp="1"/>
          </p:cNvSpPr>
          <p:nvPr>
            <p:ph type="pic" idx="2"/>
          </p:nvPr>
        </p:nvSpPr>
        <p:spPr>
          <a:xfrm>
            <a:off x="384050" y="384050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80"/>
          <p:cNvSpPr>
            <a:spLocks noGrp="1"/>
          </p:cNvSpPr>
          <p:nvPr>
            <p:ph type="pic" idx="3"/>
          </p:nvPr>
        </p:nvSpPr>
        <p:spPr>
          <a:xfrm>
            <a:off x="2498600" y="384050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80"/>
          <p:cNvSpPr>
            <a:spLocks noGrp="1"/>
          </p:cNvSpPr>
          <p:nvPr>
            <p:ph type="pic" idx="4"/>
          </p:nvPr>
        </p:nvSpPr>
        <p:spPr>
          <a:xfrm>
            <a:off x="4613150" y="384050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80"/>
          <p:cNvSpPr>
            <a:spLocks noGrp="1"/>
          </p:cNvSpPr>
          <p:nvPr>
            <p:ph type="pic" idx="5"/>
          </p:nvPr>
        </p:nvSpPr>
        <p:spPr>
          <a:xfrm>
            <a:off x="6727700" y="384050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80"/>
          <p:cNvSpPr>
            <a:spLocks noGrp="1"/>
          </p:cNvSpPr>
          <p:nvPr>
            <p:ph type="pic" idx="6"/>
          </p:nvPr>
        </p:nvSpPr>
        <p:spPr>
          <a:xfrm>
            <a:off x="384050" y="2618675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80"/>
          <p:cNvSpPr>
            <a:spLocks noGrp="1"/>
          </p:cNvSpPr>
          <p:nvPr>
            <p:ph type="pic" idx="7"/>
          </p:nvPr>
        </p:nvSpPr>
        <p:spPr>
          <a:xfrm>
            <a:off x="2498600" y="2618675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80"/>
          <p:cNvSpPr>
            <a:spLocks noGrp="1"/>
          </p:cNvSpPr>
          <p:nvPr>
            <p:ph type="pic" idx="8"/>
          </p:nvPr>
        </p:nvSpPr>
        <p:spPr>
          <a:xfrm>
            <a:off x="4613150" y="2618675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80"/>
          <p:cNvSpPr>
            <a:spLocks noGrp="1"/>
          </p:cNvSpPr>
          <p:nvPr>
            <p:ph type="pic" idx="9"/>
          </p:nvPr>
        </p:nvSpPr>
        <p:spPr>
          <a:xfrm>
            <a:off x="6727700" y="2618675"/>
            <a:ext cx="2011800" cy="213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8a] Main Point">
  <p:cSld name="TITLE_2_1_1_1_1_1_1_1_1_1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1"/>
          <p:cNvSpPr txBox="1">
            <a:spLocks noGrp="1"/>
          </p:cNvSpPr>
          <p:nvPr>
            <p:ph type="title"/>
          </p:nvPr>
        </p:nvSpPr>
        <p:spPr>
          <a:xfrm>
            <a:off x="384050" y="526350"/>
            <a:ext cx="83577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None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5" name="Google Shape;405;p81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81"/>
          <p:cNvSpPr txBox="1">
            <a:spLocks noGrp="1"/>
          </p:cNvSpPr>
          <p:nvPr>
            <p:ph type="body" idx="1"/>
          </p:nvPr>
        </p:nvSpPr>
        <p:spPr>
          <a:xfrm>
            <a:off x="384050" y="4186775"/>
            <a:ext cx="413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8a*] Main Point">
  <p:cSld name="TITLE_2_1_1_1_1_1_1_1_1_1_1_1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82"/>
          <p:cNvSpPr txBox="1">
            <a:spLocks noGrp="1"/>
          </p:cNvSpPr>
          <p:nvPr>
            <p:ph type="title"/>
          </p:nvPr>
        </p:nvSpPr>
        <p:spPr>
          <a:xfrm>
            <a:off x="384050" y="526350"/>
            <a:ext cx="83577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None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9" name="Google Shape;409;p82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82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8b] Main Point + Caption">
  <p:cSld name="TITLE_2_1_1_1_1_1_1_1_1_1_1_1_1_1_1_1_1_1_1_1_1_1_1_1_1_1_1_1_1_1_1_1_1_1_1_1_1_1_1_2">
    <p:bg>
      <p:bgPr>
        <a:solidFill>
          <a:schemeClr val="accent2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83"/>
          <p:cNvSpPr txBox="1">
            <a:spLocks noGrp="1"/>
          </p:cNvSpPr>
          <p:nvPr>
            <p:ph type="title"/>
          </p:nvPr>
        </p:nvSpPr>
        <p:spPr>
          <a:xfrm>
            <a:off x="1104300" y="484625"/>
            <a:ext cx="6935400" cy="204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None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3" name="Google Shape;413;p83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4" name="Google Shape;414;p83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15" name="Google Shape;415;p83"/>
          <p:cNvSpPr txBox="1">
            <a:spLocks noGrp="1"/>
          </p:cNvSpPr>
          <p:nvPr>
            <p:ph type="subTitle" idx="2"/>
          </p:nvPr>
        </p:nvSpPr>
        <p:spPr>
          <a:xfrm>
            <a:off x="1104300" y="2871216"/>
            <a:ext cx="6935400" cy="14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8b*] Main Point + Caption">
  <p:cSld name="TITLE_2_1_1_1_1_1_1_1_1_1_1_1_1_1_1_1_1_1_1_1_1_1_1_1_1_1_1_1_1_1_1_1_1_1_1_1_1_1_1_2_1">
    <p:bg>
      <p:bgPr>
        <a:solidFill>
          <a:schemeClr val="accent1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84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84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9" name="Google Shape;419;p84"/>
          <p:cNvSpPr txBox="1">
            <a:spLocks noGrp="1"/>
          </p:cNvSpPr>
          <p:nvPr>
            <p:ph type="title"/>
          </p:nvPr>
        </p:nvSpPr>
        <p:spPr>
          <a:xfrm>
            <a:off x="1104300" y="484625"/>
            <a:ext cx="6935400" cy="204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None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0" name="Google Shape;420;p84"/>
          <p:cNvSpPr txBox="1">
            <a:spLocks noGrp="1"/>
          </p:cNvSpPr>
          <p:nvPr>
            <p:ph type="subTitle" idx="2"/>
          </p:nvPr>
        </p:nvSpPr>
        <p:spPr>
          <a:xfrm>
            <a:off x="1104300" y="2871216"/>
            <a:ext cx="6935400" cy="14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b] Title + Text Large">
  <p:cSld name="TITLE_2_1_1_1_1_1_1_1_1_1_1_1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85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3" name="Google Shape;423;p85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None/>
              <a:defRPr sz="255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4" name="Google Shape;424;p85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69354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●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○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■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●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○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■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●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○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■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25" name="Google Shape;425;p85"/>
          <p:cNvSpPr txBox="1">
            <a:spLocks noGrp="1"/>
          </p:cNvSpPr>
          <p:nvPr>
            <p:ph type="body" idx="2"/>
          </p:nvPr>
        </p:nvSpPr>
        <p:spPr>
          <a:xfrm>
            <a:off x="384050" y="4186775"/>
            <a:ext cx="69354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26" name="Google Shape;426;p85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b*] Title + Text Large">
  <p:cSld name="TITLE_2_1_1_1_1_1_1_1_1_1_1_1_1_1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86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9" name="Google Shape;429;p86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None/>
              <a:defRPr sz="255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0" name="Google Shape;430;p86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6935400" cy="32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1" name="Google Shape;431;p86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2" name="Google Shape;432;p86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9a] Title + Text Card Large 2-up">
  <p:cSld name="TITLE_2_1_1_1_1_1_1_1_1_1_1_1_1_1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87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5" name="Google Shape;435;p87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None/>
              <a:defRPr sz="255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6" name="Google Shape;436;p87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7" name="Google Shape;437;p87"/>
          <p:cNvSpPr/>
          <p:nvPr/>
        </p:nvSpPr>
        <p:spPr>
          <a:xfrm>
            <a:off x="384050" y="1131100"/>
            <a:ext cx="4133100" cy="3368700"/>
          </a:xfrm>
          <a:prstGeom prst="roundRect">
            <a:avLst>
              <a:gd name="adj" fmla="val 2347"/>
            </a:avLst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8" name="Google Shape;438;p87"/>
          <p:cNvSpPr txBox="1">
            <a:spLocks noGrp="1"/>
          </p:cNvSpPr>
          <p:nvPr>
            <p:ph type="body" idx="2"/>
          </p:nvPr>
        </p:nvSpPr>
        <p:spPr>
          <a:xfrm>
            <a:off x="384050" y="1131100"/>
            <a:ext cx="41331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9" name="Google Shape;439;p87"/>
          <p:cNvSpPr/>
          <p:nvPr/>
        </p:nvSpPr>
        <p:spPr>
          <a:xfrm>
            <a:off x="4626875" y="1131100"/>
            <a:ext cx="4133100" cy="3368700"/>
          </a:xfrm>
          <a:prstGeom prst="roundRect">
            <a:avLst>
              <a:gd name="adj" fmla="val 2347"/>
            </a:avLst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0" name="Google Shape;440;p87"/>
          <p:cNvSpPr txBox="1">
            <a:spLocks noGrp="1"/>
          </p:cNvSpPr>
          <p:nvPr>
            <p:ph type="body" idx="3"/>
          </p:nvPr>
        </p:nvSpPr>
        <p:spPr>
          <a:xfrm>
            <a:off x="4626875" y="1131100"/>
            <a:ext cx="41331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9a*] Title + Text Card Large 2-up">
  <p:cSld name="TITLE_2_1_1_1_1_1_1_1_1_1_1_1_1_1_1_1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88"/>
          <p:cNvSpPr/>
          <p:nvPr/>
        </p:nvSpPr>
        <p:spPr>
          <a:xfrm>
            <a:off x="384050" y="1131100"/>
            <a:ext cx="4133100" cy="3368700"/>
          </a:xfrm>
          <a:prstGeom prst="roundRect">
            <a:avLst>
              <a:gd name="adj" fmla="val 2347"/>
            </a:avLst>
          </a:pr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3" name="Google Shape;443;p88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4" name="Google Shape;444;p88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None/>
              <a:defRPr sz="255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5" name="Google Shape;445;p88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41331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46" name="Google Shape;446;p88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7" name="Google Shape;447;p88"/>
          <p:cNvSpPr/>
          <p:nvPr/>
        </p:nvSpPr>
        <p:spPr>
          <a:xfrm>
            <a:off x="4626875" y="1131100"/>
            <a:ext cx="4133100" cy="3368700"/>
          </a:xfrm>
          <a:prstGeom prst="roundRect">
            <a:avLst>
              <a:gd name="adj" fmla="val 2347"/>
            </a:avLst>
          </a:pr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8" name="Google Shape;448;p88"/>
          <p:cNvSpPr txBox="1">
            <a:spLocks noGrp="1"/>
          </p:cNvSpPr>
          <p:nvPr>
            <p:ph type="body" idx="3"/>
          </p:nvPr>
        </p:nvSpPr>
        <p:spPr>
          <a:xfrm>
            <a:off x="4626875" y="1131100"/>
            <a:ext cx="41331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9b] Title + Text Card Large 3-up">
  <p:cSld name="TITLE_2_1_1_1_1_1_1_1_1_1_1_1_1_1_1_1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9"/>
          <p:cNvSpPr/>
          <p:nvPr/>
        </p:nvSpPr>
        <p:spPr>
          <a:xfrm>
            <a:off x="384050" y="1131100"/>
            <a:ext cx="2724000" cy="3368700"/>
          </a:xfrm>
          <a:prstGeom prst="roundRect">
            <a:avLst>
              <a:gd name="adj" fmla="val 2347"/>
            </a:avLst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1" name="Google Shape;451;p89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p89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None/>
              <a:defRPr sz="255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53" name="Google Shape;453;p89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27240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4" name="Google Shape;454;p89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5" name="Google Shape;455;p89"/>
          <p:cNvSpPr/>
          <p:nvPr/>
        </p:nvSpPr>
        <p:spPr>
          <a:xfrm>
            <a:off x="3210000" y="1131100"/>
            <a:ext cx="2724000" cy="3368700"/>
          </a:xfrm>
          <a:prstGeom prst="roundRect">
            <a:avLst>
              <a:gd name="adj" fmla="val 2347"/>
            </a:avLst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6" name="Google Shape;456;p89"/>
          <p:cNvSpPr txBox="1">
            <a:spLocks noGrp="1"/>
          </p:cNvSpPr>
          <p:nvPr>
            <p:ph type="body" idx="3"/>
          </p:nvPr>
        </p:nvSpPr>
        <p:spPr>
          <a:xfrm>
            <a:off x="3210000" y="1131100"/>
            <a:ext cx="27240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7" name="Google Shape;457;p89"/>
          <p:cNvSpPr/>
          <p:nvPr/>
        </p:nvSpPr>
        <p:spPr>
          <a:xfrm>
            <a:off x="6035950" y="1131100"/>
            <a:ext cx="2724000" cy="3368700"/>
          </a:xfrm>
          <a:prstGeom prst="roundRect">
            <a:avLst>
              <a:gd name="adj" fmla="val 2347"/>
            </a:avLst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8" name="Google Shape;458;p89"/>
          <p:cNvSpPr txBox="1">
            <a:spLocks noGrp="1"/>
          </p:cNvSpPr>
          <p:nvPr>
            <p:ph type="body" idx="4"/>
          </p:nvPr>
        </p:nvSpPr>
        <p:spPr>
          <a:xfrm>
            <a:off x="6035950" y="1131100"/>
            <a:ext cx="27240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9b*] Title + Text Card Large 3-up">
  <p:cSld name="TITLE_2_1_1_1_1_1_1_1_1_1_1_1_1_1_1_1_1_1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90"/>
          <p:cNvSpPr/>
          <p:nvPr/>
        </p:nvSpPr>
        <p:spPr>
          <a:xfrm>
            <a:off x="384050" y="1131100"/>
            <a:ext cx="2724000" cy="3368700"/>
          </a:xfrm>
          <a:prstGeom prst="roundRect">
            <a:avLst>
              <a:gd name="adj" fmla="val 2347"/>
            </a:avLst>
          </a:pr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1" name="Google Shape;461;p90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2" name="Google Shape;462;p90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None/>
              <a:defRPr sz="255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3" name="Google Shape;463;p90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27240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4" name="Google Shape;464;p90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5" name="Google Shape;465;p90"/>
          <p:cNvSpPr/>
          <p:nvPr/>
        </p:nvSpPr>
        <p:spPr>
          <a:xfrm>
            <a:off x="3210000" y="1131100"/>
            <a:ext cx="2724000" cy="3368700"/>
          </a:xfrm>
          <a:prstGeom prst="roundRect">
            <a:avLst>
              <a:gd name="adj" fmla="val 2347"/>
            </a:avLst>
          </a:pr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6" name="Google Shape;466;p90"/>
          <p:cNvSpPr txBox="1">
            <a:spLocks noGrp="1"/>
          </p:cNvSpPr>
          <p:nvPr>
            <p:ph type="body" idx="3"/>
          </p:nvPr>
        </p:nvSpPr>
        <p:spPr>
          <a:xfrm>
            <a:off x="3210000" y="1131100"/>
            <a:ext cx="27240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7" name="Google Shape;467;p90"/>
          <p:cNvSpPr/>
          <p:nvPr/>
        </p:nvSpPr>
        <p:spPr>
          <a:xfrm>
            <a:off x="6035950" y="1131100"/>
            <a:ext cx="2724000" cy="3368700"/>
          </a:xfrm>
          <a:prstGeom prst="roundRect">
            <a:avLst>
              <a:gd name="adj" fmla="val 2347"/>
            </a:avLst>
          </a:pr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8" name="Google Shape;468;p90"/>
          <p:cNvSpPr txBox="1">
            <a:spLocks noGrp="1"/>
          </p:cNvSpPr>
          <p:nvPr>
            <p:ph type="body" idx="4"/>
          </p:nvPr>
        </p:nvSpPr>
        <p:spPr>
          <a:xfrm>
            <a:off x="6035950" y="1131100"/>
            <a:ext cx="27240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9c] Title + Text Card Large 2×2">
  <p:cSld name="TITLE_2_1_1_1_1_1_1_1_1_1_1_1_1_1_1_1_1_1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1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471" name="Google Shape;471;p91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None/>
              <a:defRPr sz="255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72" name="Google Shape;472;p91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73" name="Google Shape;473;p91"/>
          <p:cNvSpPr/>
          <p:nvPr/>
        </p:nvSpPr>
        <p:spPr>
          <a:xfrm>
            <a:off x="384050" y="1131100"/>
            <a:ext cx="4133100" cy="1627500"/>
          </a:xfrm>
          <a:prstGeom prst="roundRect">
            <a:avLst>
              <a:gd name="adj" fmla="val 2347"/>
            </a:avLst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4" name="Google Shape;474;p91"/>
          <p:cNvSpPr txBox="1">
            <a:spLocks noGrp="1"/>
          </p:cNvSpPr>
          <p:nvPr>
            <p:ph type="body" idx="2"/>
          </p:nvPr>
        </p:nvSpPr>
        <p:spPr>
          <a:xfrm>
            <a:off x="384050" y="1131100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5" name="Google Shape;475;p91"/>
          <p:cNvSpPr/>
          <p:nvPr/>
        </p:nvSpPr>
        <p:spPr>
          <a:xfrm>
            <a:off x="4626875" y="1131100"/>
            <a:ext cx="4133100" cy="1627500"/>
          </a:xfrm>
          <a:prstGeom prst="roundRect">
            <a:avLst>
              <a:gd name="adj" fmla="val 2347"/>
            </a:avLst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6" name="Google Shape;476;p91"/>
          <p:cNvSpPr txBox="1">
            <a:spLocks noGrp="1"/>
          </p:cNvSpPr>
          <p:nvPr>
            <p:ph type="body" idx="3"/>
          </p:nvPr>
        </p:nvSpPr>
        <p:spPr>
          <a:xfrm>
            <a:off x="4626875" y="1131100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7" name="Google Shape;477;p91"/>
          <p:cNvSpPr/>
          <p:nvPr/>
        </p:nvSpPr>
        <p:spPr>
          <a:xfrm>
            <a:off x="384050" y="2871216"/>
            <a:ext cx="4133100" cy="1627500"/>
          </a:xfrm>
          <a:prstGeom prst="roundRect">
            <a:avLst>
              <a:gd name="adj" fmla="val 2347"/>
            </a:avLst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8" name="Google Shape;478;p91"/>
          <p:cNvSpPr txBox="1">
            <a:spLocks noGrp="1"/>
          </p:cNvSpPr>
          <p:nvPr>
            <p:ph type="body" idx="4"/>
          </p:nvPr>
        </p:nvSpPr>
        <p:spPr>
          <a:xfrm>
            <a:off x="384050" y="2871216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9" name="Google Shape;479;p91"/>
          <p:cNvSpPr/>
          <p:nvPr/>
        </p:nvSpPr>
        <p:spPr>
          <a:xfrm>
            <a:off x="4626875" y="2871216"/>
            <a:ext cx="4133100" cy="1627500"/>
          </a:xfrm>
          <a:prstGeom prst="roundRect">
            <a:avLst>
              <a:gd name="adj" fmla="val 2347"/>
            </a:avLst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0" name="Google Shape;480;p91"/>
          <p:cNvSpPr txBox="1">
            <a:spLocks noGrp="1"/>
          </p:cNvSpPr>
          <p:nvPr>
            <p:ph type="body" idx="5"/>
          </p:nvPr>
        </p:nvSpPr>
        <p:spPr>
          <a:xfrm>
            <a:off x="4626875" y="2871216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9c*] Title + Text Card Large 2×2">
  <p:cSld name="TITLE_2_1_1_1_1_1_1_1_1_1_1_1_1_1_1_1_1_1_1_1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92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3" name="Google Shape;483;p92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None/>
              <a:defRPr sz="255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4" name="Google Shape;484;p92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5" name="Google Shape;485;p92"/>
          <p:cNvSpPr/>
          <p:nvPr/>
        </p:nvSpPr>
        <p:spPr>
          <a:xfrm>
            <a:off x="384050" y="1131100"/>
            <a:ext cx="4133100" cy="1627500"/>
          </a:xfrm>
          <a:prstGeom prst="roundRect">
            <a:avLst>
              <a:gd name="adj" fmla="val 2347"/>
            </a:avLst>
          </a:pr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6" name="Google Shape;486;p92"/>
          <p:cNvSpPr txBox="1">
            <a:spLocks noGrp="1"/>
          </p:cNvSpPr>
          <p:nvPr>
            <p:ph type="body" idx="2"/>
          </p:nvPr>
        </p:nvSpPr>
        <p:spPr>
          <a:xfrm>
            <a:off x="384050" y="1131100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7" name="Google Shape;487;p92"/>
          <p:cNvSpPr/>
          <p:nvPr/>
        </p:nvSpPr>
        <p:spPr>
          <a:xfrm>
            <a:off x="4626875" y="1131100"/>
            <a:ext cx="4133100" cy="1627500"/>
          </a:xfrm>
          <a:prstGeom prst="roundRect">
            <a:avLst>
              <a:gd name="adj" fmla="val 2347"/>
            </a:avLst>
          </a:pr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8" name="Google Shape;488;p92"/>
          <p:cNvSpPr txBox="1">
            <a:spLocks noGrp="1"/>
          </p:cNvSpPr>
          <p:nvPr>
            <p:ph type="body" idx="3"/>
          </p:nvPr>
        </p:nvSpPr>
        <p:spPr>
          <a:xfrm>
            <a:off x="4626875" y="1131100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9" name="Google Shape;489;p92"/>
          <p:cNvSpPr/>
          <p:nvPr/>
        </p:nvSpPr>
        <p:spPr>
          <a:xfrm>
            <a:off x="384050" y="2871216"/>
            <a:ext cx="4133100" cy="1627500"/>
          </a:xfrm>
          <a:prstGeom prst="roundRect">
            <a:avLst>
              <a:gd name="adj" fmla="val 2347"/>
            </a:avLst>
          </a:pr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0" name="Google Shape;490;p92"/>
          <p:cNvSpPr txBox="1">
            <a:spLocks noGrp="1"/>
          </p:cNvSpPr>
          <p:nvPr>
            <p:ph type="body" idx="4"/>
          </p:nvPr>
        </p:nvSpPr>
        <p:spPr>
          <a:xfrm>
            <a:off x="384050" y="2871216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1" name="Google Shape;491;p92"/>
          <p:cNvSpPr/>
          <p:nvPr/>
        </p:nvSpPr>
        <p:spPr>
          <a:xfrm>
            <a:off x="4626875" y="2871216"/>
            <a:ext cx="4133100" cy="1627500"/>
          </a:xfrm>
          <a:prstGeom prst="roundRect">
            <a:avLst>
              <a:gd name="adj" fmla="val 2347"/>
            </a:avLst>
          </a:pr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2" name="Google Shape;492;p92"/>
          <p:cNvSpPr txBox="1">
            <a:spLocks noGrp="1"/>
          </p:cNvSpPr>
          <p:nvPr>
            <p:ph type="body" idx="5"/>
          </p:nvPr>
        </p:nvSpPr>
        <p:spPr>
          <a:xfrm>
            <a:off x="4626875" y="2871216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9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4048" y="384048"/>
            <a:ext cx="69312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None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4050" y="1152475"/>
            <a:ext cx="6931200" cy="3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  <p:sldLayoutId id="2147483738" r:id="rId91"/>
    <p:sldLayoutId id="2147483739" r:id="rId9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94"/>
          <p:cNvSpPr txBox="1">
            <a:spLocks noGrp="1"/>
          </p:cNvSpPr>
          <p:nvPr>
            <p:ph type="ctrTitle"/>
          </p:nvPr>
        </p:nvSpPr>
        <p:spPr>
          <a:xfrm>
            <a:off x="384050" y="667075"/>
            <a:ext cx="7528200" cy="1872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Cursor Sprint Day Results</a:t>
            </a:r>
            <a:endParaRPr b="1"/>
          </a:p>
        </p:txBody>
      </p:sp>
      <p:sp>
        <p:nvSpPr>
          <p:cNvPr id="499" name="Google Shape;499;p94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95"/>
          <p:cNvSpPr txBox="1">
            <a:spLocks noGrp="1"/>
          </p:cNvSpPr>
          <p:nvPr>
            <p:ph type="body" idx="2"/>
          </p:nvPr>
        </p:nvSpPr>
        <p:spPr>
          <a:xfrm>
            <a:off x="384050" y="1131100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/>
          <a:p>
            <a:pPr marL="0" indent="0">
              <a:buNone/>
            </a:pPr>
            <a:r>
              <a:rPr lang="en"/>
              <a:t>Name: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Department:</a:t>
            </a:r>
            <a:endParaRPr/>
          </a:p>
        </p:txBody>
      </p:sp>
      <p:sp>
        <p:nvSpPr>
          <p:cNvPr id="505" name="Google Shape;505;p95"/>
          <p:cNvSpPr txBox="1">
            <a:spLocks noGrp="1"/>
          </p:cNvSpPr>
          <p:nvPr>
            <p:ph type="body" idx="4"/>
          </p:nvPr>
        </p:nvSpPr>
        <p:spPr>
          <a:xfrm>
            <a:off x="384050" y="2871216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Learnings: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How did you use Cursor for today’s build?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Any feedback / learnings you discovered along the way?</a:t>
            </a:r>
            <a:endParaRPr sz="1300"/>
          </a:p>
        </p:txBody>
      </p:sp>
      <p:sp>
        <p:nvSpPr>
          <p:cNvPr id="506" name="Google Shape;506;p95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507" name="Google Shape;507;p95"/>
          <p:cNvSpPr txBox="1">
            <a:spLocks noGrp="1"/>
          </p:cNvSpPr>
          <p:nvPr>
            <p:ph type="body" idx="3"/>
          </p:nvPr>
        </p:nvSpPr>
        <p:spPr>
          <a:xfrm>
            <a:off x="4626875" y="1131100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Description: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What did you bring to build today?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Why did you select this project?</a:t>
            </a:r>
            <a:endParaRPr sz="1300"/>
          </a:p>
        </p:txBody>
      </p:sp>
      <p:sp>
        <p:nvSpPr>
          <p:cNvPr id="508" name="Google Shape;508;p95"/>
          <p:cNvSpPr txBox="1">
            <a:spLocks noGrp="1"/>
          </p:cNvSpPr>
          <p:nvPr>
            <p:ph type="body" idx="5"/>
          </p:nvPr>
        </p:nvSpPr>
        <p:spPr>
          <a:xfrm>
            <a:off x="4626875" y="2871216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Outcomes: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Where did Cursor help the most?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How much progress did you make in these 5 hours?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509" name="Google Shape;509;p95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Cursor Hackathon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rsor Simple">
  <a:themeElements>
    <a:clrScheme name="Simple Light">
      <a:dk1>
        <a:srgbClr val="EDECEC"/>
      </a:dk1>
      <a:lt1>
        <a:srgbClr val="969592"/>
      </a:lt1>
      <a:dk2>
        <a:srgbClr val="26251E"/>
      </a:dk2>
      <a:lt2>
        <a:srgbClr val="7A7974"/>
      </a:lt2>
      <a:accent1>
        <a:srgbClr val="14120B"/>
      </a:accent1>
      <a:accent2>
        <a:srgbClr val="FFFFFF"/>
      </a:accent2>
      <a:accent3>
        <a:srgbClr val="201E18"/>
      </a:accent3>
      <a:accent4>
        <a:srgbClr val="F8F8F6"/>
      </a:accent4>
      <a:accent5>
        <a:srgbClr val="201E18"/>
      </a:accent5>
      <a:accent6>
        <a:srgbClr val="F3F3F1"/>
      </a:accent6>
      <a:hlink>
        <a:srgbClr val="F54E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Cursor Simple</vt:lpstr>
      <vt:lpstr>Cursor Sprint Day Results</vt:lpstr>
      <vt:lpstr>Cursor Hackathon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2026-04-28T02:32:21Z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2026-04-27T17:05:26Z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cd5e5a7d-d9a4-481c-9404-88ee76b764ea</vt:lpwstr>
  </property>
  <property fmtid="{D5CDD505-2E9C-101B-9397-08002B2CF9AE}" pid="7" name="MSIP_Label_defa4170-0d19-0005-0004-bc88714345d2_ActionId">
    <vt:lpwstr>cc6c665a-f4f7-43ad-a66d-8d2e7f9c5cb8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10, 3, 0, 2</vt:lpwstr>
  </property>
</Properties>
</file>